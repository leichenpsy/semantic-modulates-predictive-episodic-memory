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5" r:id="rId9"/>
    <p:sldId id="263" r:id="rId10"/>
    <p:sldId id="264"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48"/>
  </p:normalViewPr>
  <p:slideViewPr>
    <p:cSldViewPr snapToGrid="0" snapToObjects="1">
      <p:cViewPr varScale="1">
        <p:scale>
          <a:sx n="117" d="100"/>
          <a:sy n="117" d="100"/>
        </p:scale>
        <p:origin x="360"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7-07T23:56:26.406"/>
    </inkml:context>
    <inkml:brush xml:id="br0">
      <inkml:brushProperty name="width" value="0.05" units="cm"/>
      <inkml:brushProperty name="height" value="0.05" units="cm"/>
      <inkml:brushProperty name="color" value="#E71224"/>
    </inkml:brush>
  </inkml:definitions>
  <inkml:trace contextRef="#ctx0" brushRef="#br0">0 784 24575,'43'1'0,"-25"0"0,28 1 0,-19-1 0,11 0 0,0 0 0,-1-1 0,-15 0 0,-4 0 0,-5 0 0,4 2 0,-8-1 0,4 0 0,-6-1 0,0 0 0,0 0 0,1 0 0,0 0 0,1 0 0,1 0 0,0 0 0,1 0 0,3 0 0,-1 0 0,5 0 0,-1-2 0,1 2 0,1-4 0,1 4 0,-2-2 0,3 2 0,-5 0 0,3 0 0,-3 0 0,1 0 0,-1 0 0,-3 0 0,1 0 0,-1 0 0,-1 2 0,2-2 0,-3 2 0,1-2 0,-1 2 0,1-2 0,0 2 0,-2-2 0,-3 0 0,1 0 0,-4 0 0,2 0 0,-3 0 0,1 0 0,0 0 0,0 0 0,2 0 0,0 0 0,1 0 0,3 0 0,-2 0 0,3 0 0,1 0 0,2 0 0,-1 0 0,4 0 0,-1 0 0,2 0 0,-3 0 0,-3 0 0,1 0 0,-5 0 0,5 0 0,-1 0 0,0 0 0,3 0 0,-1 0 0,1 0 0,-1 0 0,0 0 0,-5 0 0,3 0 0,-1 0 0,1 0 0,2 0 0,-4 2 0,1-2 0,-3 2 0,1-2 0,1 2 0,0-2 0,1 2 0,3-2 0,0 0 0,-1 0 0,-3 0 0,-1 0 0,-3 0 0,4 0 0,-2 0 0,3 0 0,-1 0 0,2 0 0,-2 0 0,1 0 0,-1 0 0,0 0 0,-1 0 0,-3 0 0,1 0 0,-2 0 0,2 0 0,-3 0 0,5 0 0,0 0 0,1 1 0,1 0 0,-3 1 0,3-2 0,-4 0 0,2 0 0,-2 0 0,2 0 0,3 0 0,1 0 0,4 0 0,0 0 0,11 0 0,-4 0 0,7 0 0,-7 1 0,-2 0 0,5 1 0,-6-2 0,4 0 0,-6 0 0,0 0 0,6 0 0,4 0 0,4 0 0,5 0 0,-9 0 0,4 0 0,-4 0 0,-3 0 0,4 0 0,-11 0 0,4 0 0,-6 0 0,-3 0 0,1 0 0,-3 0 0,-1 0 0,3 0 0,1 1 0,-1 0 0,3 0 0,-3-1 0,1 0 0,1 0 0,-2 0 0,1 0 0,-3 0 0,0 0 0,-5 0 0,-1 0 0,-2 0 0,0 0 0,-1 0 0,1 0 0,0 0 0,4 0 0,0 0 0,5 0 0,1 0 0,3 0 0,1 0 0,-1 0 0,-1 0 0,-1 0 0,-1 0 0,0 0 0,1 0 0,-2 0 0,1 0 0,3 0 0,-5 0 0,7 0 0,-7 0 0,9 0 0,-2 0 0,8 0 0,-1 0 0,1 0 0,1 0 0,0 0 0,0 0 0,0 0 0,-1 0 0,-6 0 0,4 0 0,-11 0 0,3 0 0,-2 0 0,-1 0 0,3 0 0,-3 0 0,1 0 0,1 0 0,-1 0 0,1 0 0,-1 0 0,1 0 0,0 0 0,1 0 0,-1 0 0,5 0 0,-3 0 0,2 0 0,-3 0 0,-1 0 0,1 0 0,0 0 0,5 0 0,-4 0 0,6 0 0,-8 0 0,4 0 0,-5 0 0,4 0 0,-2 0 0,2 0 0,-1 0 0,-2 0 0,-1 0 0,-2 0 0,-3 0 0,3 0 0,-2 0 0,0 0 0,0 0 0,-1 0 0,0 0 0,0 0 0,-3 0 0,3 0 0,0 0 0,0 0 0,1 0 0,-1 0 0,1 0 0,3 0 0,-4 0 0,1 0 0,-1 0 0,1 0 0,1 0 0,4 0 0,-4 0 0,3 0 0,0 0 0,3 2 0,1-1 0,-1 0 0,1-1 0,-3 0 0,-1 0 0,0 0 0,-3 0 0,3 2 0,-2-1 0,2 0 0,-2-1 0,5 0 0,-2 0 0,1 0 0,0 0 0,-1 0 0,-1 0 0,-1 0 0,-3 2 0,1-2 0,1 2 0,1-2 0,0 0 0,1 0 0,6 2 0,0-1 0,4 1 0,2-2 0,-4 0 0,8 0 0,4 0 0,7 0 0,11 2 0,-6-1 0,11 1 0,-11-2 0,6 0 0,-10 0 0,-5 0 0,-4 0 0,-2 0 0,6 0 0,1 0 0,0 0 0,3 0 0,0 0 0,7-2 0,1 1 0,6-4 0,-9 4 0,4-1 0,-1 2 0,3 0 0,7 0 0,-10 0 0,5 0 0,-5-2 0,6 1 0,-5-1 0,1 2 0,-7 0 0,7 0 0,2 0 0,6-3 0,0 2 0,-6-1 0,1 2 0,-5 0 0,3 0 0,-4 0 0,-3 0 0,5 0 0,0 0 0,6 0 0,2 0 0,-2 0 0,-1 2 0,-3-1 0,-1 1 0,-2-2 0,-3 0 0,-6 0 0,-3 0 0,-6 0 0,0 0 0,-7 0 0,-5 0 0,1 0 0,-3 0 0,9 0 0,-1 0 0,9 0 0,-6 0 0,8 0 0,-5 0 0,13 0 0,2 0 0,-1 0 0,6 0 0,-3 0 0,5 0 0,-4 0 0,-12 0 0,-7 0 0,-12 0 0,-2 0 0,-4 0 0,3 0 0,-2 0 0,3 0 0,-2 0 0,1 0 0,3 0 0,-1 0 0,4 0 0,-3 0 0,1 0 0,-6 0 0,-4 0 0,-5 0 0,-6 0 0,-2-2 0,-3 2 0,-2-2 0,2 2 0,-2 0 0,2 0 0,-1 0 0,0 0 0,1 0 0,0 0 0,2 0 0,0 0 0,0 0 0,0 0 0,0 0 0,0 0 0,0 0 0,-2-2 0,2 2 0,-2-2 0,1 2 0,-2 0 0,1 0 0,0 0 0,1 0 0,-3 0 0,-1 0 0,0 0 0,1 0 0,2 0 0,-2 0 0,4 0 0,-2 0 0,2 0 0,2-2 0,0-2 0,2-2 0,0 0 0,0-1 0,0-1 0,0-2 0,0-2 0,0 0 0,0 0 0,0-1 0,0 2 0,-2-2 0,2 5 0,-2-3 0,2 2 0,0-4 0,0 3 0,0-4 0,0 2 0,0 1 0,0-3 0,0 2 0,0-3 0,0 1 0,0 0 0,0-3 0,0 2 0,0-2 0,0 1 0,0 1 0,2-1 0,-2-1 0,2-1 0,-2 0 0,0 1 0,0 3 0,0 0 0,0 2 0,-2 1 0,2-1 0,-2 2 0,2 0 0,0 1 0,0-1 0,0-1 0,0 2 0,0-1 0,0 2 0,0-3 0,0 0 0,0 1 0,0-1 0,0 1 0,0-2 0,0 2 0,0 1 0,1 1 0,0-2 0,1 2 0,-2-2 0,0 2 0,0 2 0,0-2 0,1 2 0,0-2 0,0 2 0,-1-1 0,0 2 0,0 0 0,0 0 0,0 1 0,0 0 0,0 0 0,0 0 0,0 0 0,-1 0 0,0 0 0,-1 0 0,2 0 0,0 0 0,0 0 0,0 2 0,0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7-07T23:56:29.647"/>
    </inkml:context>
    <inkml:brush xml:id="br0">
      <inkml:brushProperty name="width" value="0.05" units="cm"/>
      <inkml:brushProperty name="height" value="0.05" units="cm"/>
      <inkml:brushProperty name="color" value="#E71224"/>
    </inkml:brush>
  </inkml:definitions>
  <inkml:trace contextRef="#ctx0" brushRef="#br0">0 9 24575,'20'0'0,"1"0"0,-5 0 0,8 0 0,10 0 0,25 0 0,-1 0 0,5 0 0,-9 0 0,2 0 0,17 0 0,-2 0 0,11 0 0,-11 0 0,-26 0 0,-9 0 0,4 0 0,-7 0 0,12 0 0,-3 2 0,-5-2 0,3 3 0,-5-3 0,11 0 0,4 0 0,-4 2 0,-4-2 0,-4 2 0,0 1 0,2-3 0,2 5 0,-4-5 0,7 2 0,2-2 0,9 0 0,4 0 0,1 0 0,3 0 0,-1 0 0,-2 0 0,-4 0 0,-14 0 0,-9 0 0,-7 0 0,-2 0 0,1 0 0,-3 0 0,0 0 0,4 0 0,14 0 0,6 0 0,10 0 0,-1 0 0,18 0 0,-1 0 0,25-3 0,-17 3 0,-10-6 0,-12 3 0,-6-2 0,1 2 0,2-2 0,-3 4 0,-4-1 0,0 2 0,-9 0 0,-6 0 0,-9 0 0,-5 0 0,-2 0 0,4 2 0,3-1 0,6 3 0,-3-4 0,3 2 0,0 0 0,8 1 0,-3 0 0,5-1 0,-8-2 0,14 2 0,4-1 0,31 1 0,9-2 0,-7 0 0,-3 0 0,-30 0 0,-6 0 0,-10 2 0,-10-2 0,2 2 0,-4 0 0,8 0 0,0 1 0,5 1 0,-1-2 0,6 6 0,-1-3 0,5 2 0,-5-4 0,-2 1 0,-4-3 0,2 3 0,-1-2 0,6 1 0,5-1 0,7-2 0,-3 0 0,4 0 0,5 0 0,3 0 0,11 0 0,1 0 0,2 0 0,-2 0 0,-19 0 0,-3 0 0,39 2 0,-40-1 0,-16 1 0,-15 0 0,-5-2 0,0 2 0,6-2 0,0 2 0,10-2 0,4 4 0,-2-1 0,14-1 0,-7 3 0,6-3 0,2 1 0,-11 1 0,1-3 0,-7 1 0,-3-2 0,-2 0 0,-3 0 0,-2 0 0,0 0 0,1 0 0,-1 0 0,-1 0 0,-3 0 0,1-2 0,-1 2 0,3-2 0,5 2 0,0 0 0,9 0 0,-2 0 0,4 0 0,5 0 0,-5 0 0,19 0 0,18-3 0,-16 3 0,5-1 0,10-4 0,5-1-259,-7 4 0,5 1 1,-4-2 258,15-3 0,-2 0 0,13 3 0,-8 1 0,6-1 0,-22 3 0,-41 0 0,-13 0 0,-10 0 0,1 0 0,-2 0 776,5 0-776,-3 0 0,4 0 0,-3 0 0,-1 0 0,-2 0 0,-2 0 0,-3 0 0,1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7-07T23:56:31.874"/>
    </inkml:context>
    <inkml:brush xml:id="br0">
      <inkml:brushProperty name="width" value="0.05" units="cm"/>
      <inkml:brushProperty name="height" value="0.05" units="cm"/>
      <inkml:brushProperty name="color" value="#E71224"/>
    </inkml:brush>
  </inkml:definitions>
  <inkml:trace contextRef="#ctx0" brushRef="#br0">64 0 24575,'-1'10'0,"0"3"0,-2 3 0,2 2 0,-1-1 0,-1 9 0,0-7 0,-3 9 0,2-8 0,0 1 0,0 2 0,0-1 0,0-1 0,0 4 0,-3 7 0,3 14 0,0 5 0,4-5 0,-2-8 0,2-10 0,-2-6 0,2-2 0,0-3 0,0-2 0,0 3 0,0-3 0,0 3 0,0-1 0,0-5 0,0 5 0,0-7 0,0 3 0,0 1 0,0 1 0,1-1 0,0 3 0,1-5 0,-2 2 0,1-1 0,0-1 0,1 3 0,-2-3 0,1-2 0,0-3 0,0-3 0,3-3 0,4 0 0,-3-3 0,2 2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7-07T23:57:22.949"/>
    </inkml:context>
    <inkml:brush xml:id="br0">
      <inkml:brushProperty name="width" value="0.05" units="cm"/>
      <inkml:brushProperty name="height" value="0.05" units="cm"/>
      <inkml:brushProperty name="color" value="#E71224"/>
    </inkml:brush>
  </inkml:definitions>
  <inkml:trace contextRef="#ctx0" brushRef="#br0">97 838 24575,'15'2'0,"1"-1"0,4 1 0,-1-2 0,48 2 0,-29-4 0,36 1 0,-32 0 0,9 1 0,10 0 0,10 0 0,-13 0 0,8 2 0,-13-2 0,3 2 0,-3-2 0,-12 0 0,3 0 0,-6 0 0,6 0 0,-4 0 0,-3 0 0,0 2 0,13-2 0,9 4 0,13-3 0,0 3 0,-8-3 0,-6 1 0,-8-2 0,4 0 0,3 0 0,0 0 0,12 0 0,-11 0 0,9 0 0,-16-2 0,-2 2 0,-14-2 0,4 0 0,-1 1 0,3-2 0,4 2 0,-4-2 0,4 2 0,-4-1 0,2 2 0,-1 0 0,-6 0 0,6 0 0,-7 0 0,6 0 0,-1 0 0,-2 0 0,4 0 0,-6 0 0,6 0 0,-4 2 0,0-1 0,-3 0 0,1-1 0,5 0 0,-2 0 0,6 0 0,-15 0 0,7 0 0,-7 0 0,7 0 0,3 0 0,-1-1 0,8 0 0,-6-1 0,11 1 0,-6 0 0,0-1 0,-8 0 0,-2 2 0,-1-4 0,-2 4 0,2-4 0,-8 4 0,9-2 0,-5 2 0,6 0 0,-10 0 0,-4 0 0,-4 0 0,-2 0 0,1 0 0,-3 0 0,2 0 0,-1 0 0,1 0 0,4 0 0,0 2 0,6-2 0,-5 2 0,11-2 0,-2 2 0,9-2 0,-2 2 0,-8-2 0,0 0 0,-7 0 0,5 1 0,-1 0 0,0 2 0,5-1 0,-7 0 0,4 0 0,-8-2 0,-3 1 0,-2-1 0,-6 2 0,2-2 0,-5 0 0,0 0 0,-3 0 0,-2-2 0,-1 1 0,-2-4 0,-1-5 0,-1 0 0,1-4 0,1 2 0,0-2 0,0 3 0,0-1 0,1 1 0,0-2 0,0-1 0,1-1 0,0 0 0,1-1 0,0 1 0,1-4 0,-1 0 0,0 0 0,-1-2 0,2-3 0,-3 2 0,2-5 0,-2 7 0,1 0 0,1 4 0,1 1 0,-2 0 0,1 3 0,-2-1 0,1 0 0,-1 0 0,2 0 0,-1 0 0,-1 2 0,2-5 0,-2 2 0,0-5 0,0-2 0,0 2 0,1-2 0,-1 4 0,2-2 0,-4 4 0,2 0 0,-1 2 0,-1-2 0,1 2 0,-3-1 0,3 3 0,-3 2 0,3-2 0,-3 2 0,4 0 0,-3 2 0,3-1 0,-2 2 0,2 0 0,0 2 0,-1 1 0,-4 0 0,-1 2 0,-23-3 0,6 1 0,-15 0 0,5 1 0,-6 2 0,0 0 0,-6 0 0,5 0 0,-4 0 0,-2-2 0,1 2 0,1 0 0,-11 0 0,10 4 0,-9-4 0,14 2 0,8 0 0,3-2 0,4 3 0,-1-3 0,-4 4 0,3-4 0,-9 2 0,-17-2 0,3 0 0,-19 0 0,9-2 0,10 1 0,-1-1 0,13 2 0,-5 0 0,2 2 0,-2-2 0,0 2 0,-3-2 0,-3 0 0,0 2 0,2-2 0,-1 4 0,4-4 0,-2 4 0,8-3 0,9 0 0,5 1 0,3-2 0,-3 3 0,-3-3 0,-5 2 0,-1-2 0,-2 0 0,0 0 0,5 0 0,-1 0 0,9 0 0,-4 0 0,-1 0 0,0 0 0,-5 0 0,7 0 0,-1 0 0,2 0 0,-6 0 0,3 0 0,-7 0 0,4 0 0,-10 0 0,-1 0 0,-8 0 0,5 0 0,1 0 0,6 0 0,4 0 0,1 0 0,8 0 0,0 0 0,1 0 0,-4-2 0,-8 2 0,-1-2 0,-4 2 0,10 0 0,-7-2 0,10 2 0,-5-2 0,2 2 0,3 0 0,-7 0 0,6 0 0,-6 0 0,6 0 0,2 0 0,-8 0 0,0 0 0,-11 0 0,2 0 0,-3 0 0,5 0 0,-1 0 0,4 0 0,-3 0 0,1 0 0,4 2 0,2-2 0,2 2 0,2-2 0,3 0 0,3 0 0,6 0 0,2 0 0,0 0 0,-2 0 0,1 0 0,-7 0 0,0 0 0,2 0 0,0 0 0,7 0 0,1 0 0,2 0 0,1 1 0,-1 0 0,-3 0 0,-1 0 0,-5 0 0,-6 0 0,-5 1 0,-6-2 0,2 2 0,0-2 0,8 0 0,1 0 0,8 0 0,4 0 0,1 0 0,3 0 0,-1 0 0,1 0 0,2 1 0,0 0 0,0 0 0,0-1 0,0 0 0,2 0 0,2 0 0,1 0 0,2 3 0,-1 0 0,2 5 0,-3 9 0,1-1 0,2 7 0,-1-2 0,2 9 0,0 5 0,0 3 0,0-3 0,-2 1 0,2-3 0,-2 10 0,2-5 0,0 5 0,0-8 0,0-1 0,0-7 0,0 0 0,0-7 0,0-1 0,0-5 0,0 1 0,0-1 0,0-1 0,0-3 0,0 3 0,0-2 0,0 5 0,0-2 0,0 1 0,0-2 0,0-1 0,1 0 0,0-2 0,1 2 0,-1-2 0,0 1 0,0-1 0,0-3 0,1 1 0,-1-4 0,0 2 0,0-3 0,0 1 0,0 1 0,-1-2 0,1 0 0,1-2 0,2-1 0,3 0 0,3 0 0,3-1 0,-1 0 0,0-1 0,-1 1 0,0-1 0,-1 0 0,0-1 0,-2 1 0,0-1 0,-3 3 0,2-3 0,-4 3 0,2-1 0,-1 1 0,-1-2 0,3 2 0,-3-1 0,1 1 0,-1 0 0,0-2 0,0 2 0,0-2 0,0 2 0,0 0 0,0 0 0,0 0 0,-1 0 0,-1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7-07T23:56:37.376"/>
    </inkml:context>
    <inkml:brush xml:id="br0">
      <inkml:brushProperty name="width" value="0.05" units="cm"/>
      <inkml:brushProperty name="height" value="0.05" units="cm"/>
      <inkml:brushProperty name="color" value="#E71224"/>
    </inkml:brush>
  </inkml:definitions>
  <inkml:trace contextRef="#ctx0" brushRef="#br0">1 10 24575,'10'0'0,"1"0"0,0 0 0,20-2 0,-7 2 0,14-2 0,-11 2 0,-6 0 0,12 0 0,-1 0 0,14 0 0,3 0 0,4 0 0,0 0 0,0 0 0,3 0 0,-2 0 0,5 0 0,-12 0 0,14 0 0,-12-2 0,10 1 0,-12-1 0,-6 2 0,4 2 0,1-1 0,8 1 0,9-2 0,-12 0 0,15 0 0,-8 0 0,6 0 0,3 0 0,-12 0 0,15 0 0,3 3 0,21-3 0,-42 2 0,1-1 0,46-1 0,-20 0 0,-8 0 0,-20 0 0,1 0 0,1 0 0,-7 0 0,9 0 0,3-2 0,11 1 0,4-1 0,-9 2 0,6 0 0,-18 0 0,1 0 0,-11 0 0,-5 0 0,-7 0 0,3 0 0,-1 0 0,3 0 0,13 0 0,-7 0 0,17 0 0,-11 0 0,9 0 0,-3 0 0,-3 0 0,5 0 0,7 0 0,13 0 0,9 0 0,9 0 0,-8 0 0,7 0 0,-21 0 0,-1 0 0,-11 0 0,-12 0 0,8 0 0,-6 0 0,5 0 0,5 0 0,-8 0 0,4 0 0,-2 0 0,7 0 0,-2 2 0,5-1 0,-13 1 0,5 0 0,-8-1 0,2 3 0,-3-3 0,-1 1 0,1 0 0,-3-1 0,-2 1 0,-5-2 0,-2 0 0,-2 0 0,2 0 0,2 0 0,3 0 0,-1 0 0,-2 0 0,-2 2 0,10-1 0,4 1 0,9-2 0,-5 0 0,-3 0 0,-13 0 0,-4 0 0,-10 0 0,-5 0 0,2 0 0,1 0 0,-2 0 0,6 0 0,-6 0 0,2 0 0,1 0 0,3 0 0,7 0 0,4 0 0,1 0 0,-1 0 0,-1 0 0,5 0 0,0 0 0,0 0 0,-5 0 0,-7 0 0,-1 0 0,-7 0 0,4 0 0,-3 0 0,8 0 0,3 0 0,2 0 0,1 0 0,-5 0 0,-2 0 0,4 0 0,4 0 0,8 0 0,-1 2 0,3-2 0,-2 2 0,-7-2 0,-2 0 0,-12 0 0,0 0 0,-6 0 0,-1 0 0,-4 0 0,4 0 0,1 0 0,9 0 0,1 0 0,9 0 0,0 0 0,1 0 0,-2 0 0,1 0 0,0 0 0,1 0 0,-5 0 0,3 0 0,2 0 0,6 0 0,-2 0 0,-3 0 0,-11 0 0,5 0 0,-2 0 0,3 0 0,6 0 0,-9 0 0,-1 0 0,-9 0 0,-3 0 0,-5 0 0,-2 0 0,-3 0 0,-2 0 0,0 0 0,-2 0 0,-1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7-07T23:56:39.750"/>
    </inkml:context>
    <inkml:brush xml:id="br0">
      <inkml:brushProperty name="width" value="0.05" units="cm"/>
      <inkml:brushProperty name="height" value="0.05" units="cm"/>
      <inkml:brushProperty name="color" value="#E71224"/>
    </inkml:brush>
  </inkml:definitions>
  <inkml:trace contextRef="#ctx0" brushRef="#br0">1 111 10160,'35'0'0,"0"-2"5080,13-1-5080,11-2 0,29 1 0,-27 3 0,2 0 0,1-1 0,3 0 0,24 2 0,4 0 588,-3-4 0,2 0-588,-25 3 0,1-1 0,0 0 0,30-2 0,-4 0 0,-15 1 0,-3 1 834,-10-2 1,-4 1-835,-10 3 0,-4 0 0,35-3 4975,-12 3-4975,-9 0 0,-3 0 0,15 0 0,9 0 0,15 0 0,-33 1 0,3 1 0,-9-1 0,3-1 265,21 2 0,4 0-265,-6-2 0,1 0 0,9 0 0,1 0 0,-7 0 0,-1 0 0,-9-2 0,-3 0 0,-2 3 0,-2-2 0,0-4 0,0-1-34,-2 4 1,-1-1 33,-9-2 0,-3 0 0,33 1 0,-31 2 0,-2 2 0,-5-3 981,-1 3-981,-3-3 71,-4 3-71,6 0 0,6 0 0,15 0 0,0 0 0,9 0 0,-16 0 0,5 0 0,-6 0 0,3 0 0,18-3 0,-2 3 0,-29-3 0,1 0 0,2 0 0,1 2 0,3-1 0,0 0 0,1 0 0,-2 0 0,33 2 0,-13 0 0,-26 0 0,-3 0 0,-12 0 0,4 0 0,6 0 0,8 0 0,6 3 0,0-3 0,-3 3 0,-4-1 0,-1 1 0,-3 0 0,7 2 0,-2-5 0,-1 3 0,-1-3 0,-2 2 0,3-2 0,3 3 0,-3-1 0,6 1 0,-2 0 0,3-1 0,0-2 0,4 3 0,-10-2 0,8 1 0,-17-2 0,6 0 0,-15 0 0,2 0 0,0 0 0,-5 0 0,8-2 0,-6 1 0,1-1 0,1 2 0,-4 0 0,-2-2 0,-3 2 0,-6-2 0,-2 2 0,-1 0 0,-2 0 0,-1 0 0,3-2 0,-7 2 0,0-2 0,-5 2 0,-3 0 0,-2-2 0,2-4 0,-4 3 0,2-2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7-07T23:56:41.041"/>
    </inkml:context>
    <inkml:brush xml:id="br0">
      <inkml:brushProperty name="width" value="0.05" units="cm"/>
      <inkml:brushProperty name="height" value="0.05" units="cm"/>
      <inkml:brushProperty name="color" value="#E71224"/>
    </inkml:brush>
  </inkml:definitions>
  <inkml:trace contextRef="#ctx0" brushRef="#br0">42 0 24575,'0'14'0,"0"1"0,-1 5 0,0 2 0,-1 6 0,0 0 0,2 4 0,-2-4 0,2 6 0,0-5 0,0 5 0,0-5 0,0-4 0,0-1 0,0 1 0,0 3 0,-3 4 0,3-4 0,-4-3 0,4-1 0,-4-2 0,2 3 0,-2-3 0,-1-2 0,1-3 0,2-2 0,0 1 0,2-2 0,-1 1 0,0 0 0,-1 1 0,2 1 0,0-3 0,0 3 0,0 1 0,0 0 0,0 0 0,0-8 0,0-6 0,4-6 0,-3-6 0,4 1 0,-5 1 0,2 5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7-07T23:56:43.618"/>
    </inkml:context>
    <inkml:brush xml:id="br0">
      <inkml:brushProperty name="width" value="0.05" units="cm"/>
      <inkml:brushProperty name="height" value="0.05" units="cm"/>
      <inkml:brushProperty name="color" value="#E71224"/>
    </inkml:brush>
  </inkml:definitions>
  <inkml:trace contextRef="#ctx0" brushRef="#br0">102 0 17721,'-2'16'0,"0"1"3079,-2 3-3079,-2 2 1174,-1 2-1174,1 1 617,-2 2-617,1 5 1984,-1 6-1984,3 2 0,1-5 0,2-4 0,-1-4 0,2-6 0,1 2 0,0-9 0,0-1 0,-2 1 0,0-2 0,-1 4 0,0 0 0,2 0 0,-2-1 0,2-3 0,-2 0 0,2 1 0,-2-1 0,2 5 0,-1-1 0,1 1 0,0 1 0,-1-6 0,2-1 0,0-3 0,-1-1 0,0 1 0,-1-2 0,2 1 0,0-2 0,0 0 0,0-1 0,0 0 0,0 0 0,0 2 0,0 1 0,0 3 0,0 8 0,-1-4 0,0 6 0,-1-6 0,2-1 0,0-5 0,0-1 0,0-3 0,2-2 0,0 0 0,0 0 0,2-2 0,-2 2 0,0 0 0,3-2 0,0 2 0,6 0 0,1 0 0,3 0 0,-1 1 0,-1-2 0,-3 0 0,0-1 0,1 2 0,1-1 0,4 0 0,-3-1 0,1 0 0,-1 0 0,3 0 0,-2 0 0,-1 0 0,-3 0 0,-3 0 0,1 0 0,0 0 0,-2-1 0,1 0 0,-4-1 0,0 2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7-07T23:57:47.157"/>
    </inkml:context>
    <inkml:brush xml:id="br0">
      <inkml:brushProperty name="width" value="0.05" units="cm"/>
      <inkml:brushProperty name="height" value="0.05" units="cm"/>
      <inkml:brushProperty name="color" value="#E71224"/>
    </inkml:brush>
  </inkml:definitions>
  <inkml:trace contextRef="#ctx0" brushRef="#br0">78 1 24575,'12'0'0,"7"0"0,8 0 0,6 3 0,45 0 0,-18 3 0,-5-3 0,3 0 0,28 2 0,-5 0 0,-11-2 0,-32-1 0,3-2 0,-5 0 0,7 0 0,3 0 0,6 0 0,11 2 0,2 0 0,-1 1 0,-8-1 0,-12-2 0,-12 0 0,-4 0 0,-4 0 0,8 0 0,6 2 0,-2-1 0,8 0 0,-8-1 0,9 2 0,-1 1 0,-4-1 0,5 0 0,-4-2 0,5 0 0,-1 0 0,11 0 0,-6 0 0,16 0 0,-2 0 0,4 0 0,10 0 0,-21 0 0,3 0 0,-20 0 0,3 0 0,3 0 0,-2 0 0,1 0 0,-2 0 0,-2 0 0,-3 0 0,-11 0 0,-1 0 0,-2 0 0,9 0 0,7 0 0,13 0 0,1 0 0,13 0 0,-10 0 0,-3 0 0,-9 0 0,-10 0 0,5 0 0,-10 0 0,4 0 0,-4 0 0,-3 0 0,-1 0 0,1 0 0,4 0 0,5 0 0,2 0 0,4 0 0,-4 0 0,7 0 0,-1 0 0,1 0 0,-4 0 0,1-2 0,-4 1 0,-2 0 0,-4 1 0,-10 0 0,-3 0 0,-5 0 0,0 0 0,-1 0 0,0 0 0,2 0 0,2 0 0,4 0 0,1 0 0,4 0 0,1-2 0,7 1 0,2 0 0,6 1 0,2 0 0,-6 0 0,6 0 0,-5 0 0,1 0 0,0 0 0,-7 0 0,-4-2 0,-5 2 0,-5-2 0,-2 2 0,-5 0 0,-2 0 0,0 0 0,-4-1 0,3 0 0,-5 0 0,2 1 0,-1 0 0,-1 0 0,1 0 0,-4 1 0,0 1 0,-1 2 0,-1 5 0,1-2 0,-2 4 0,2-4 0,-1 7 0,1-3 0,-2 5 0,2-3 0,0 0 0,-1-1 0,1-2 0,-2-3 0,2 0 0,0-1 0,-1 0 0,0 4 0,-1-3 0,1 4 0,-1-2 0,0 1 0,0 2 0,-1-3 0,3 1 0,-1-1 0,1 1 0,0 1 0,0 2 0,-2-1 0,2 2 0,-1 2 0,1-1 0,0 1 0,0-2 0,0-1 0,-2-1 0,2-1 0,-1 3 0,1-1 0,-2 2 0,2 0 0,-1 3 0,-1 10 0,1 2 0,-1 3 0,1-5 0,0-1 0,0-5 0,1 0 0,0-9 0,0-1 0,-1-5 0,-1 2 0,0-1 0,1-1 0,1-1 0,-2 0 0,2-3 0,-1 1 0,1-1 0,0 1 0,0 1 0,-2 0 0,2-1 0,-1 0 0,-1-2 0,-1 1 0,-7-3 0,-10 0 0,-8 0 0,-12 0 0,-4-2 0,-8-1 0,-12 1 0,6 0 0,-7 2 0,19 0 0,9-2 0,15 2 0,11-1 0,2 1 0,3 0 0,2 0 0,-2 0 0,0 0 0,-4 0 0,-4 0 0,-6 0 0,-4 0 0,-5 0 0,1 0 0,-13 0 0,-13 0 0,-15 2 0,-7-2 0,13 3 0,11-3 0,14 0 0,5 0 0,4 0 0,5 0 0,-5 0 0,-6 0 0,-3 0 0,-7 0 0,-2 0 0,6-2 0,-2 2 0,8-2 0,-2 2 0,1 0 0,4 0 0,-4 2 0,7-2 0,-12 2 0,2-2 0,-4 0 0,-16 0 0,0 0 0,-24 0 0,-9 0 0,9 0 0,11 0 0,25 0 0,12 0 0,-2 0 0,-2 0 0,-1 0 0,-5 0 0,3 0 0,1-2 0,2 2 0,14-2 0,-1 2 0,9 0 0,2 0 0,3 0 0,-1 0 0,0 0 0,-3 0 0,-1 0 0,0 0 0,-1 0 0,1 0 0,-2 0 0,-2 0 0,-1 0 0,-2 0 0,5 0 0,-1 0 0,7 0 0,-3 0 0,4 0 0,1 0 0,-1 0 0,1 0 0,-1 0 0,-1 0 0,3 0 0,-3 0 0,4 0 0,-3 0 0,2 0 0,1 0 0,0 0 0,-1 0 0,0 0 0,-3 0 0,-2 0 0,1 0 0,-2 0 0,2 0 0,2 0 0,-1 0 0,4 0 0,-2 0 0,2 0 0,-1 0 0,1 0 0,-3 0 0,3 0 0,-3 0 0,0 0 0,1 0 0,-2 0 0,5 0 0,-2 0 0,3 0 0,-2 0 0,-1 0 0,-1 0 0,-1 0 0,-1 0 0,-2 0 0,-5 0 0,1 0 0,-2 0 0,4 0 0,-1 1 0,4 0 0,-3 0 0,5-1 0,-4 0 0,-2 0 0,-2 0 0,-5 0 0,5 0 0,-9-2 0,5 2 0,-6-3 0,3 2 0,5-2 0,3 3 0,4-2 0,2 2 0,1 0 0,0 0 0,-6 0 0,-4 0 0,-3 0 0,-4 0 0,2 0 0,2 0 0,3 0 0,6 0 0,2 0 0,0 0 0,0 0 0,-1 0 0,0 0 0,-1 0 0,0 0 0,-2 0 0,-1 0 0,-3 0 0,0 0 0,6 0 0,1 0 0,7 0 0,-1 0 0,2 0 0,1 0 0,-4 0 0,3 0 0,-3 0 0,1 0 0,-1 0 0,-2 0 0,0-1 0,-3 1 0,1-2 0,-4 2 0,2-1 0,0 1 0,2-2 0,1 2 0,0 0 0,0-1 0,-1 1 0,0-2 0,-1 1 0,2 1 0,2-2 0,2 1 0,5 0 0,-1 0 0,2 1 0,0 0 0,0 0 0,-1 0 0,0 0 0,1-1 0,2-1 0,1-1 0,0 0 0,0-1 0,1-1 0,0-3 0,0 1 0,-1-3 0,0-1 0,0 2 0,0-1 0,0 1 0,0-2 0,0-1 0,0 0 0,0-1 0,0-1 0,0 1 0,0-6 0,-2 6 0,2-6 0,-1 4 0,-1-2 0,2 0 0,-3 2 0,3 0 0,-1 3 0,-1-1 0,2 1 0,-2 0 0,2 0 0,0 0 0,0 1 0,0-2 0,-1 2 0,1 0 0,-2-1 0,2 1 0,0 1 0,0-2 0,0 3 0,0-1 0,0 1 0,0-2 0,0 3 0,0 0 0,0 2 0,0 0 0,0 0 0,0 0 0,2-2 0,-1 1 0,2-4 0,2-1 0,1-3 0,-1 1 0,0 0 0,0 4 0,-1 1 0,1 3 0,-1-1 0,-2 2 0,0-1 0,0 1 0,0 0 0,0 1 0,-1 0 0,0 0 0,-1 0 0,0-2 0,0 3 0,0-3 0,1 3 0,-1-3 0,2 2 0,-2-1 0,0 0 0,0 2 0,0 0 0,0 0 0,0 0 0,0 0 0,0 0 0,0 0 0,0 0 0,0 0 0,0 0 0,1 0 0,-1-2 0,3 3 0,-3-2 0,2 2 0,-2-1 0,-4 2 0,3-1 0,-3 2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7-08T17:54:06.859"/>
    </inkml:context>
    <inkml:brush xml:id="br0">
      <inkml:brushProperty name="width" value="0.05" units="cm"/>
      <inkml:brushProperty name="height" value="0.05" units="cm"/>
      <inkml:brushProperty name="color" value="#E71224"/>
    </inkml:brush>
  </inkml:definitions>
  <inkml:trace contextRef="#ctx0" brushRef="#br0">1 65 24575,'15'0'0,"2"0"0,3 0 0,5 0 0,4 0 0,2 0 0,1 0 0,2 0 0,2 0 0,6 0 0,-6 0 0,2 0 0,-1 0 0,9 0 0,11 0 0,4 0 0,20 0 0,1 0 0,-31 0 0,1 0 0,48 3 0,-14-2 0,-9 2 0,-13-3 0,0 0 0,-3 0 0,6 0 0,-9 0 0,5 0 0,-6 0 0,15 0 0,1 0 0,6 0 0,-9-3 0,-23 3 0,-3-3 0,-9 3 0,1 0 0,5 0 0,-2 0 0,3 0 0,4 0 0,0 0 0,-7 0 0,5 0 0,-7 0 0,1 0 0,-6 0 0,-2 0 0,-1 0 0,9 0 0,7 0 0,3 0 0,23 0 0,-6 0 0,6 0 0,-7 0 0,-4 0 0,6 0 0,8 0 0,-14 0 0,-4 0 0,-14 0 0,7 0 0,5 0 0,-4-2 0,2 1 0,-13-1 0,3 2 0,3 0 0,-2 0 0,3 0 0,-1-2 0,0 1 0,-4-1 0,0 2 0,-4 0 0,3 0 0,9-2 0,-3 1 0,13-4 0,4 5 0,-4-3 0,1 3 0,-8 0 0,2 0 0,14 0 0,-2 0 0,-4 0 0,-3-2 0,-2 1 0,13-4 0,5 4 0,12-2 0,-3 0 0,9 3 0,-12-3 0,10 3 0,-12 0 0,5 0 0,-6 0 0,-21 0 0,-3 0 0,-5 0 0,6 0 0,5-3 0,-1 3 0,2-3 0,-4 3 0,10 0 0,-13 0 0,13 0 0,-1 0 0,3 0 0,-7 0 0,0 0 0,-11 0 0,-1 0 0,1-2 0,-8 1 0,12-1 0,3 2 0,6 0 0,-2 0 0,0 0 0,-5 0 0,3 0 0,-3 0 0,-7-2 0,1 1 0,-8-1 0,3 2 0,-4 0 0,3 0 0,4 0 0,8 0 0,7 0 0,-10 0 0,8 0 0,-11 0 0,8-2 0,-12 1 0,8-2 0,-9 3 0,7 0 0,-3 0 0,-8-2 0,6 2 0,-5-2 0,13 2 0,-8 0 0,3 0 0,-5 0 0,3 0 0,4 2 0,-10-1 0,11 1 0,-3-2 0,10 0 0,-4 0 0,2 0 0,-9 0 0,9 0 0,-8 0 0,11 3 0,-8-3 0,10 3 0,-10-3 0,-6 0 0,-6 0 0,-3 2 0,-1-2 0,-2 2 0,-2-2 0,-5 0 0,-2 0 0,-6 0 0,-2 0 0,-5 0 0,1 0 0,-3 0 0,0 0 0,-5 0 0,-1 0 0,-4 0 0,0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7-08T17:54:13.044"/>
    </inkml:context>
    <inkml:brush xml:id="br0">
      <inkml:brushProperty name="width" value="0.05" units="cm"/>
      <inkml:brushProperty name="height" value="0.05" units="cm"/>
      <inkml:brushProperty name="color" value="#E71224"/>
    </inkml:brush>
  </inkml:definitions>
  <inkml:trace contextRef="#ctx0" brushRef="#br0">1 768 19086,'0'-14'0,"0"1"2531,0 3-2531,0 0 935,0 4-935,0 0 486,0 2-486,0 0 1537,0 0-1537,0-2 0,0-3 0,0-2 0,2-6 0,-2 1 0,2-4 0,-2-1 0,0 1 0,0-2 0,0 2 0,0-5 0,0 5 0,0-11 0,0 5 0,0-6 0,0 4 0,0 2 0,0 3 0,0 0 0,0-1 0,0 1 0,0 2 0,0 1 0,0 2 0,0 1 0,0 3 0,0-3 0,0 3 0,0-4 0,0 4 0,0-1 0,0 1 0,0 2 0,0 1 0,0 3 0,0 0 0,0 0 0,0 2 0,0 0 0,0 2 0,0 0 0,3 2 0,5 0 0,8 4 0,8 0 0,7 3 0,5-1 0,5-1 0,-4 1 0,0-3 0,-5 1 0,-1-2 0,4 0 0,7 0 0,1 0 0,12 0 0,-1 0 0,10 0 0,-4 0 0,4 0 0,-4 0 0,0 0 0,0 2 0,-6-1 0,1 3 0,-5-3 0,6 1 0,0-2 0,1 0 0,2 0 0,-5 0 0,2 0 0,-3 0 0,3 0 0,4 0 0,9 0 0,1 0 0,-8 0 0,-3 3 0,-9-3 0,0 5 0,-11-5 0,1 3 0,-8-3 0,10 0 0,1 0 0,2 0 0,8 0 0,4 2 0,7-1 0,-6 1 0,4-2 0,-11 0 0,8 0 0,-12 0 0,8 0 0,-12 0 0,6 0 0,0 0 0,-2 0 0,5 0 0,-6 0 0,0 0 0,-8 2 0,3-1 0,-1 1 0,9-2 0,0 0 0,-5 0 0,3 2 0,-4-2 0,3 5 0,3-5 0,3 3 0,2-3 0,6 2 0,-3-1 0,-8 1 0,-1-2 0,-2 0 0,7 0 0,-2 0 0,7 0 0,-8 0 0,10 0 0,-7 0 0,0 0 0,6 0 0,-4 0 0,8 0 0,-9 0 0,8 0 0,-4 2 0,15-1 0,-8 2 0,11-3 0,4 0 0,9 0 0,10 0 0,-21 0 0,-4 0 0,-15 0 0,-1 0 0,-4 0 0,1 0 0,-9 0 0,7 0 0,0-3 0,-7 3 0,6-3 0,1 1 0,-2 1 0,2-2 0,-11 3 0,-4 0 0,-2 0 0,1-2 0,-1 2 0,12-3 0,-1 3 0,3 0 0,-11 0 0,-6 0 0,-1 0 0,3-2 0,7 2 0,-6-3 0,2 3 0,0 0 0,1 0 0,7 0 0,6 0 0,2 0 0,6 0 0,-7 0 0,3 0 0,-7-2 0,4 1 0,0-1 0,-13 2 0,-5 0 0,-15 0 0,-3 0 0,-1 0 0,3 0 0,2 0 0,6 0 0,-4-2 0,2 2 0,-1-2 0,3 2 0,7 0 0,2 0 0,2 0 0,4 0 0,-6 0 0,2 0 0,-10 0 0,0 0 0,-1 2 0,5-2 0,3 2 0,13 1 0,0-2 0,8 1 0,-3-2 0,-4 0 0,0 0 0,-9 2 0,4-2 0,-11 4 0,14-3 0,-10 1 0,14-2 0,-4 0 0,-1 0 0,9 0 0,-5 0 0,14 0 0,-6 0 0,1 0 0,-6 0 0,-6 0 0,-9 0 0,-7 0 0,-9 0 0,0 0 0,-5-2 0,2 2 0,1-2 0,5 2 0,1-2 0,-3 2 0,4-2 0,-6 2 0,6 0 0,-4 0 0,-4 0 0,0 0 0,1 0 0,6 0 0,-5 0 0,5 0 0,-5 1 0,3 0 0,4 1 0,-6-2 0,9 2 0,-8-2 0,4 2 0,-7-2 0,0 0 0,-5 0 0,-3 0 0,1 0 0,-6 0 0,0 0 0,-3 0 0,0 0 0,0 0 0,0 0 0,5-2 0,-2 2 0,4-2 0,-5 2 0,-1 0 0,-1 0 0,0 0 0,-2 4 0,0 3 0,-2 5 0,-2 6 0,2-2 0,-4 1 0,2-2 0,0-1 0,0 1 0,0-1 0,2 1 0,-4 3 0,4-1 0,-2 3 0,2-3 0,0 2 0,0-3 0,0 1 0,0-1 0,0 1 0,0-1 0,0 3 0,0-3 0,0 1 0,0-1 0,0-1 0,0-1 0,0-1 0,0 2 0,0 0 0,0 2 0,0-2 0,0-1 0,0 0 0,0-3 0,0 1 0,0-1 0,0 1 0,0 1 0,0 1 0,0 2 0,-2 1 0,2 1 0,-6 3 0,5-3 0,-4 2 0,4-3 0,-2-3 0,2 1 0,0-3 0,1 0 0,0-3 0,0 1 0,0-4 0,0 1 0,0-1 0,0 2 0,-2 0 0,1-2 0,0 1 0,1-3 0,0 2 0,0-2 0,0 0 0,-4-4 0,1 1 0,-1-2 0,3 1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7-08T17:54:15.227"/>
    </inkml:context>
    <inkml:brush xml:id="br0">
      <inkml:brushProperty name="width" value="0.05" units="cm"/>
      <inkml:brushProperty name="height" value="0.05" units="cm"/>
      <inkml:brushProperty name="color" value="#E71224"/>
    </inkml:brush>
  </inkml:definitions>
  <inkml:trace contextRef="#ctx0" brushRef="#br0">0 0 24575,'0'6'0,"0"2"0,0-1 0,0 3 0,0 0 0,0 5 0,0-6 0,0 4 0,0-5 0,0-1 0,0 1 0,0 0 0,0 0 0,0-1 0,0-1 0,0 0 0,0 0 0,0-2 0,0 1 0,0-1 0,0 0 0,0-2 0,0 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7-08T17:54:27.085"/>
    </inkml:context>
    <inkml:brush xml:id="br0">
      <inkml:brushProperty name="width" value="0.05" units="cm"/>
      <inkml:brushProperty name="height" value="0.05" units="cm"/>
      <inkml:brushProperty name="color" value="#E71224"/>
    </inkml:brush>
  </inkml:definitions>
  <inkml:trace contextRef="#ctx0" brushRef="#br0">105 73 24575,'9'0'0,"12"-2"0,-4 0 0,15 0 0,27-2 0,1 3 0,26-4 0,-17 5 0,-11-5 0,8 4 0,-13-1 0,14 2 0,7 0 0,-1-3 0,-22 3 0,3 0 0,4-2 0,3 1 0,8 1 0,2 0 0,2 0 0,1 0 0,4-2 0,-1 0 0,-17 2 0,0-1 0,3-1 0,-1 1 0,23 1 0,6 0 0,-21 0 0,7 0 0,-4 0 0,-11 0 0,18 0 0,-7 3 0,11-3 0,3 3 0,6 0 0,-6-2 0,0 2 0,-14-3 0,-12 0 0,14 0 0,-2 2 0,20-1 0,-12 2 0,14-3 0,-10 0 0,5 0 0,-11 0 0,-17 0 0,0 0 0,-8 0 0,10 0 0,-10 0 0,4 0 0,4 0 0,3 0 0,13 0 0,-16 0 0,13 0 0,-12 0 0,6 0 0,-12 0 0,2 0 0,-9-3 0,6 3 0,-6-3 0,-1 1 0,-4 2 0,4-5 0,4 2 0,-2 0 0,7 0 0,-17 3 0,3 0 0,-12 0 0,-1 0 0,1 0 0,9-2 0,5 1 0,5-1 0,4 2 0,-5 0 0,-7 0 0,-5 0 0,-8-2 0,5 1 0,1-1 0,12 2 0,-4 0 0,8 0 0,1 0 0,0 0 0,-3 0 0,-5 0 0,-6 0 0,2 0 0,-1 0 0,8 0 0,-5 0 0,12 0 0,-4 0 0,2 0 0,-1 0 0,-6 0 0,6 0 0,-5 0 0,5 0 0,1 0 0,4-2 0,3 1 0,-10-1 0,5-1 0,-6 3 0,8-3 0,-3 1 0,4 1 0,0-1 0,11 2 0,9 0 0,-13 0 0,6 0 0,-24 0 0,5 0 0,-9 0 0,5 0 0,5 0 0,2 0 0,4 0 0,1 0 0,-2-2 0,9 1 0,-6-1 0,-4 2 0,5 0 0,-7 0 0,5 0 0,-10 0 0,1 0 0,-11 0 0,2 0 0,-4 0 0,-6 0 0,9 0 0,5 0 0,4 0 0,3 0 0,-1 0 0,-2 0 0,3 0 0,-4 0 0,-3 2 0,-4-2 0,-4 2 0,-2-2 0,-1 0 0,2 0 0,-4 0 0,5 0 0,-6 0 0,-8 2 0,0-2 0,-4 2 0,0-2 0,0 0 0,-1 0 0,-5 0 0,1 0 0,-3 0 0,1 0 0,-2 0 0,0 0 0,-5 0 0,-1 0 0,-1 0 0,0 0 0,0 0 0,0 0 0,2 0 0,1 0 0,5 0 0,-2 0 0,0 0 0,-5 0 0,-3 2 0,2 0 0,-4 4 0,2 0 0,-2 1 0,2 3 0,-2 0 0,2 0 0,-2-1 0,0 2 0,0-2 0,0 7 0,0-3 0,0 6 0,0 1 0,0-2 0,2 8 0,-2-1 0,4 3 0,-2-4 0,2-3 0,0-4 0,0 3 0,0-1 0,-2 1 0,2-1 0,-4-3 0,2 2 0,-2-5 0,0 4 0,0-5 0,0 3 0,0-3 0,0 3 0,0 0 0,0 1 0,0 3 0,0-3 0,0 3 0,0-3 0,0 3 0,0-3 0,0 1 0,0-1 0,0-1 0,0-1 0,0-1 0,0-1 0,0-2 0,0-1 0,0 1 0,0-2 0,0 2 0,0-4 0,-2-1 0,1-1 0,0 0 0,1 0 0,0 0 0,0 0 0,0-1 0,0 1 0,-2 2 0,0 0 0,-1 2 0,2-2 0,1-1 0,0-1 0,0 0 0,-2-2 0,-2 0 0,-2-2 0,-4 0 0,-3 0 0,-6 0 0,-6 0 0,-4 0 0,-9 0 0,2 0 0,-12 0 0,1 0 0,-3-2 0,-5 1 0,1-1 0,-3 2 0,7 0 0,-1 0 0,4 0 0,-13 0 0,-10 0 0,3 0 0,-10 0 0,4 0 0,-11 0 0,10 0 0,-3 0 0,26 2 0,5-1 0,8 3 0,10-4 0,-6 2 0,5-2 0,-9 0 0,9 2 0,-9-1 0,3 0 0,-14-1 0,1 0 0,-10 0 0,4 0 0,-6 0 0,3 0 0,7 0 0,2 0 0,8 0 0,-2 0 0,7 0 0,-7-2 0,3 1 0,-7-1 0,-3 2 0,9 0 0,-2 2 0,8-1 0,-5 1 0,3-2 0,-9 0 0,12 0 0,-5 2 0,10-2 0,2 2 0,-4-2 0,3 0 0,-11 0 0,5 0 0,-8-2 0,5 1 0,-6-1 0,6 2 0,-5 0 0,-1 0 0,-5 0 0,-2 0 0,9 0 0,-4 0 0,8 0 0,-6 0 0,3 0 0,0 0 0,0 0 0,1 0 0,2 0 0,4 0 0,-2 0 0,2 0 0,-16 3 0,3-3 0,-13 5 0,4-4 0,-14 1 0,-3 1 0,7-3 0,1 3 0,10-1 0,-1-1 0,4 1 0,-1-2 0,1 0 0,-7-2 0,6 1 0,3-1 0,9 2 0,1 0 0,-1 0 0,6 0 0,-1 0 0,6 0 0,-4 0 0,1 0 0,2 0 0,-5 0 0,-1 0 0,-11 0 0,5 0 0,-6 0 0,11-3 0,-3 3 0,9-2 0,3 2 0,2 0 0,-7-2 0,0 1 0,-9-1 0,-9 2 0,-8 0 0,-7 0 0,8 0 0,-2 0 0,9 0 0,-3 0 0,7 0 0,1 0 0,2 0 0,3 0 0,2 0 0,10 0 0,2 0 0,-1 0 0,4 0 0,-2 0 0,1 0 0,6 0 0,-4 0 0,4 0 0,-3 0 0,-5 0 0,-2 0 0,-1 0 0,6 0 0,3 0 0,4 0 0,-1 0 0,-6 0 0,-4 2 0,-10-2 0,-9 2 0,-5-2 0,1 0 0,-1 0 0,14 0 0,-5 0 0,14 0 0,-3 0 0,-1 0 0,-3 0 0,-10 0 0,4 0 0,-13 0 0,6 0 0,-8 0 0,10 2 0,-6-1 0,-1 1 0,-9-2 0,-2 0 0,6 0 0,0 0 0,0 0 0,-3 0 0,1 0 0,0 0 0,-5 0 0,-5 0 0,-9 0 0,12 0 0,0 0 0,13 0 0,-5 0 0,8-2 0,-8-1 0,2 0 0,-4-2 0,3 4 0,0-4 0,7 5 0,5-3 0,4 3 0,14 0 0,-3-2 0,0 2 0,-2-2 0,2 2 0,0 0 0,8-2 0,-2 1 0,7 0 0,0 1 0,-1 0 0,1 0 0,-4 0 0,2 0 0,-1 0 0,-2 1 0,1 0 0,0 1 0,8-2 0,-3 0 0,3 0 0,-6 0 0,2 0 0,-5 0 0,4 0 0,-1 0 0,6 0 0,1 0 0,3 0 0,-2 0 0,0 0 0,2 0 0,-3 0 0,3 0 0,-2 0 0,1 0 0,-1 0 0,-2 0 0,2-2 0,-3 1 0,8 0 0,-6 1 0,3 0 0,-5 0 0,-1-2 0,-6 1 0,6-2 0,-4 2 0,4-1 0,2 2 0,1 0 0,5 0 0,-5 0 0,6 0 0,-6-1 0,4 0 0,3-2 0,1 0 0,5-1 0,-2-1 0,2-5 0,0-1 0,0-2 0,0-1 0,0 2 0,0-3 0,0-1 0,0-2 0,0-1 0,0 1 0,-2-1 0,2 3 0,-4 0 0,4 3 0,-4 1 0,3 2 0,0-1 0,1 4 0,-2 1 0,1 3 0,0 0 0,-1-2 0,1-2 0,0 0 0,1-1 0,0 0 0,-2 0 0,0-2 0,-1 0 0,2 0 0,-1-3 0,1 4 0,-2-6 0,2 5 0,0-4 0,1 1 0,0 1 0,-2-3 0,1-1 0,-1 0 0,2 0 0,0 3 0,0 1 0,0 0 0,0 2 0,0-1 0,0 2 0,0-2 0,0 3 0,0-2 0,0 2 0,0-2 0,0 0 0,0 0 0,2-1 0,-1 1 0,0 2 0,1-2 0,-1 6 0,0-4 0,1 2 0,-2 0 0,4-1 0,-4 2 0,4-2 0,-2 2 0,0-1 0,3 2 0,-2 0 0,2 0 0,-2 0 0,0 0 0,-1 2 0,2 0 0,0 2 0,1 0 0,0-2 0,0 2 0,-1-2 0,-2 2 0,0 0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7-08T17:54:37.457"/>
    </inkml:context>
    <inkml:brush xml:id="br0">
      <inkml:brushProperty name="width" value="0.05" units="cm"/>
      <inkml:brushProperty name="height" value="0.05" units="cm"/>
      <inkml:brushProperty name="color" value="#E71224"/>
    </inkml:brush>
  </inkml:definitions>
  <inkml:trace contextRef="#ctx0" brushRef="#br0">33 60 24575,'15'0'0,"3"0"0,-3 0 0,3 0 0,-1 0 0,-1 0 0,1 0 0,3 0 0,0 0 0,11 0 0,-2 0 0,2 0 0,-3 0 0,-6 0 0,-2 0 0,-5 0 0,-1 0 0,-3 0 0,2 0 0,0 0 0,0 0 0,2 0 0,-1 0 0,11 0 0,-4 0 0,16 0 0,-1-2 0,13 1 0,-6-1 0,8 2 0,-4-2 0,6 1 0,0-2 0,-4 3 0,7 0 0,-9 0 0,-1 0 0,-8 0 0,-7 0 0,0 0 0,4 3 0,1-3 0,-4 2 0,5-2 0,-5 0 0,0 0 0,-1 0 0,-7 0 0,4 0 0,0 0 0,4 2 0,2-1 0,8 1 0,-2-2 0,5 0 0,-13 0 0,5 0 0,-7 0 0,7 0 0,-4 2 0,14-2 0,-3 2 0,12-2 0,-6 0 0,5 0 0,-1 0 0,14 0 0,2 0 0,0 0 0,2 0 0,-8 0 0,14 0 0,-15 0 0,13 0 0,-19 0 0,7 0 0,-4 0 0,-6 0 0,1 0 0,-2 0 0,0 0 0,-3 0 0,1 0 0,-7 0 0,5 0 0,-10 0 0,-1 0 0,-7 0 0,4 0 0,3 0 0,-4 0 0,6 0 0,-5 0 0,5 0 0,-2-2 0,-6 2 0,-2-2 0,-1 2 0,2 0 0,1 0 0,5 0 0,6 0 0,0 0 0,-1 0 0,2 0 0,-4 0 0,6 0 0,-4 0 0,-7 0 0,9 0 0,3 0 0,18 0 0,-6 0 0,12 0 0,-17-3 0,6 3 0,-10-3 0,-11 3 0,4-2 0,-3 1 0,9-1 0,4 2 0,7 0 0,-2 0 0,2 0 0,-7 0 0,-11 0 0,6 0 0,-5-2 0,7-1 0,-8 0 0,6 1 0,-2-1 0,11 2 0,-3-1 0,8 2 0,-8 0 0,10 0 0,-4 0 0,-10 0 0,8-3 0,-14 3 0,15-5 0,-15 4 0,10-1 0,-7 2 0,6 0 0,-1-3 0,-2 3 0,2-3 0,-2 3 0,3 0 0,-4-2 0,3 2 0,1-3 0,4 3 0,-3 0 0,1 0 0,-2 0 0,1 0 0,2 0 0,-10-2 0,5 2 0,-4-3 0,3 3 0,-11 0 0,4 0 0,-10 0 0,6-2 0,-4 2 0,-9-2 0,1 2 0,-5 0 0,2 0 0,1 0 0,5 0 0,-4 0 0,8 0 0,-9 0 0,3 0 0,-1 0 0,5 0 0,3 0 0,-3 0 0,12 0 0,-4 0 0,6 0 0,3 0 0,-7 0 0,7 0 0,1 2 0,3-1 0,-7 1 0,-1-2 0,-13 0 0,-1 0 0,-7 0 0,4 0 0,0 2 0,0-2 0,3 2 0,-8-2 0,4 0 0,-2 0 0,4 0 0,-1 0 0,9 0 0,-7 0 0,14 3 0,-5-3 0,4 2 0,-5-2 0,0 0 0,1 0 0,-6 0 0,4 0 0,-9 0 0,7 0 0,-8 2 0,3-1 0,-10 0 0,4-1 0,-2 0 0,-2 0 0,1 0 0,-3 0 0,4 0 0,0 0 0,5 0 0,-4 0 0,7 0 0,-7 0 0,1 0 0,-5 0 0,-7 0 0,-2 0 0,-6 2 0,1-2 0,-1 2 0,4-2 0,1 0 0,5 0 0,0 2 0,3-2 0,-3 2 0,-2-2 0,-3 0 0,-3 0 0,1 0 0,-2 0 0,-1 2 0,-3 0 0,-1 2 0,0 0 0,0 0 0,0 1 0,0 1 0,0 2 0,0 0 0,-2-1 0,2 1 0,-2 2 0,2-2 0,0 1 0,0 1 0,-2 0 0,2 1 0,-4 1 0,4 3 0,-4-1 0,2 5 0,-2-3 0,2 1 0,-2 1 0,4-3 0,-2 4 0,2-4 0,0 0 0,-2-4 0,2 3 0,-2-2 0,2 1 0,0 2 0,0-1 0,-2 4 0,2-5 0,-2 4 0,2-1 0,0 2 0,0-1 0,0-2 0,0-2 0,0 1 0,0-3 0,0 2 0,0 0 0,0 1 0,0 3 0,0-1 0,0 1 0,0 1 0,0-4 0,0 1 0,0-3 0,0-1 0,2 1 0,-2 1 0,2-3 0,-2 3 0,0-3 0,0 0 0,0 0 0,0-3 0,0 1 0,2 2 0,-2-4 0,2 3 0,-2-5 0,0 2 0,0-2 0,0 0 0,0 0 0,0 0 0,-2-2 0,0-1 0,-6-1 0,2-1 0,-7 0 0,-4-1 0,-3 2 0,-1-1 0,2 0 0,3-1 0,-4 2 0,2 0 0,-6 0 0,-5 0 0,0 0 0,-6 0 0,9 0 0,-1 0 0,5 0 0,-3 0 0,3 0 0,-5 2 0,-3-1 0,-8 1 0,-2-2 0,-8 2 0,4-1 0,-1 1 0,6-2 0,7 0 0,1 2 0,8-1 0,-4 1 0,9-2 0,-4 0 0,2 1 0,-2 0 0,0 1 0,2-1 0,2 0 0,1 2 0,1-2 0,0 0 0,-1-1 0,-1 0 0,-4 0 0,-6 2 0,5-1 0,-7 1 0,9-2 0,-9 0 0,10 0 0,-9 2 0,1-2 0,-11 2 0,3-2 0,-9 0 0,9 0 0,-6 0 0,-3 3 0,15-3 0,-4 3 0,14-3 0,-2 0 0,-3 0 0,-6 0 0,2 0 0,-15 0 0,3 0 0,-18 0 0,5 0 0,-7 0 0,2 0 0,5 0 0,-5 0 0,2 0 0,3 0 0,5 0 0,1 0 0,1 0 0,-13 0 0,2 0 0,1 0 0,5 0 0,3 2 0,5-1 0,5 1 0,11-2 0,4 0 0,4 0 0,-2 0 0,2 0 0,1 0 0,-3 0 0,0 0 0,-3 0 0,-6 0 0,2-2 0,-9 1 0,6-1 0,-3 2 0,3 0 0,-6 0 0,2 0 0,-9-2 0,-1 1 0,-4-1 0,4 2 0,4 0 0,7 0 0,6 0 0,2 0 0,4-2 0,3 2 0,-4-2 0,5 2 0,-8 0 0,8 0 0,-7 0 0,1 0 0,-16 0 0,1-2 0,-6 1 0,-3-1 0,3 2 0,-4 0 0,7 0 0,2 0 0,9-2 0,0 1 0,4-1 0,4 2 0,-4 0 0,-3 0 0,4 0 0,-4-1 0,6-2 0,-1 1 0,-4-3 0,4 5 0,-8-4 0,-4 1 0,-9-2 0,-6-1 0,3 3 0,-2-4 0,-1 6 0,-1-6 0,4 4 0,-1 0 0,7-2 0,-8 5 0,2-3 0,3 1 0,-4 2 0,11-3 0,-5 3 0,6-2 0,-3 2 0,-7-2 0,1 2 0,2-3 0,5 3 0,6-2 0,-4 2 0,3-2 0,5 1 0,-3-1 0,-8 0 0,-6 1 0,-5-1 0,1 2 0,-1 0 0,-4 0 0,0 0 0,1 0 0,0-3 0,-1 3 0,-3-3 0,6 3 0,-2 0 0,3 0 0,0 0 0,3 0 0,8 0 0,4 0 0,5 0 0,-5 0 0,6 0 0,-12 0 0,-3 2 0,-4-1 0,2 1 0,4-2 0,6 0 0,-3 0 0,6 0 0,7 0 0,-2 0 0,2 3 0,-3-3 0,-3 2 0,0-2 0,-1 2 0,-2-1 0,2 1 0,1-2 0,-3 0 0,-4 2 0,-5-1 0,-2 4 0,0-5 0,-1 5 0,0-3 0,7 1 0,5 2 0,4-5 0,-2 4 0,0-1 0,-1-1 0,-5 0 0,-8 1 0,-4-3 0,7 3 0,3-3 0,8 2 0,-2-2 0,-8 3 0,6-3 0,-8 0 0,5 0 0,0 0 0,5 0 0,0 2 0,2-2 0,-3 2 0,-3-2 0,0 0 0,2 0 0,-1 0 0,12 0 0,2 0 0,6 0 0,4 0 0,-2 0 0,2 0 0,-1 0 0,-1 0 0,-1 0 0,1 0 0,-2 0 0,5 0 0,2 0 0,3 0 0,3 0 0,0 0 0,2 0 0,-2 0 0,0 0 0,0 0 0,-7 0 0,1 0 0,-4 0 0,1-1 0,3 0 0,-2-1 0,1 2 0,-3 0 0,0 0 0,1 0 0,3 0 0,-1 0 0,6 0 0,-4 0 0,5 0 0,-2 0 0,0 0 0,4 0 0,0 0 0,2 0 0,2-1 0,-2-5 0,4-1 0,-4-1 0,4-1 0,-2 2 0,0-2 0,2 1 0,-4-2 0,4 2 0,-4-2 0,4 0 0,-2 0 0,0 0 0,2 1 0,-4 1 0,4-2 0,-2 2 0,0 0 0,2 0 0,-2 2 0,0-3 0,0-3 0,0 0 0,-2-2 0,4 2 0,-4 1 0,4-1 0,-2 2 0,2-2 0,0 2 0,0 0 0,-2-3 0,2 4 0,-2-4 0,2 3 0,0-1 0,0 0 0,1-2 0,0 3 0,1-5 0,-2 2 0,1-2 0,0 1 0,0 0 0,-1-1 0,0 3 0,0-2 0,0 3 0,0-1 0,0 2 0,0 0 0,2 2 0,-1 2 0,2-1 0,-3 0 0,2-4 0,-2 1 0,0-4 0,0 4 0,0 0 0,0 2 0,0 2 0,0-1 0,0 2 0,0-2 0,0 1 0,0-2 0,0 0 0,0 0 0,0 0 0,0 0 0,0 2 0,0 0 0,0 2 0,0 0 0,0-5 0,0 4 0,0-8 0,0 6 0,2-2 0,-2 3 0,2 0 0,-2 0 0,0 2 0,0 0 0,0 2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7-08T20:46:43.368"/>
    </inkml:context>
    <inkml:brush xml:id="br0">
      <inkml:brushProperty name="width" value="0.05" units="cm"/>
      <inkml:brushProperty name="height" value="0.05" units="cm"/>
      <inkml:brushProperty name="color" value="#E71224"/>
    </inkml:brush>
  </inkml:definitions>
  <inkml:trace contextRef="#ctx0" brushRef="#br0">750 832 21786,'-17'-4'0,"-7"-5"1343,-12-8-1343,-12-8 470,-12-6-470,-8-8 0,-11-7 0,5 1 0,-1-5 240,10 4-240,11 2 736,7 3-736,19 12 0,4 1 0,10 7 0,0-2 0,3 1 0,6 7 0,0 0 0,4 3 0,1-1 0,3-1 0,7-6 0,6 3 0,16-8 0,9 1 0,13 1 0,7 0 0,0 5 0,5 1 0,2 0 0,7 2 0,8 2 0,4 0 0,-31 8 0,1 1 0,0 1 0,1 1 0,1 0 0,-1 1 0,-5 1 0,-4 0 0,23 0 0,-10 2 0,-10 2 0,-3 2 0,-8 6 0,-4 0 0,-14 1 0,2 5 0,-9 3 0,-1 10 0,-8 7 0,-3 0 0,-4 13 0,-2-2 0,-3 7 0,-10 0 0,-3-8 0,-14 4 0,1-6 0,-4-3 0,-5-3 0,1-9 0,-1-5 0,-1-3 0,2-6 0,4-3 0,3-4 0,9-5 0,4-3 0,6-2 0,-2 0 0,2 0 0,-1 0 0,-4-2 0,-6 0 0,1 0 0,-1-1 0,9 3 0,1-2 0,4 2 0,1-1 0,3 1 0,1-2 0,1 2 0,1 0 0,-2 0 0,2 0 0,0 0 0,1-1 0,0 1 0,1-2 0,0 2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7-08T20:46:52.290"/>
    </inkml:context>
    <inkml:brush xml:id="br0">
      <inkml:brushProperty name="width" value="0.05" units="cm"/>
      <inkml:brushProperty name="height" value="0.05" units="cm"/>
      <inkml:brushProperty name="color" value="#E71224"/>
    </inkml:brush>
  </inkml:definitions>
  <inkml:trace contextRef="#ctx0" brushRef="#br0">662 974 10956,'-27'-5'0,"-20"-6"4993,13 4-4993,-24-6 2369,18 2-2369,-3-3 1358,1 0-1358,-10-11 4899,-2-3-4899,0-3 0,6-4 0,6 2 0,5-2 0,7 2 0,9 4 0,10 4 0,2 0 0,4-1 0,1-4 0,2 0 0,0 0 0,2 2 0,0 0 0,2 1 0,1-2 0,3 5 0,4-5 0,6 0 0,4-2 0,8-2 0,-1 3 0,2 4 0,4 3 0,2 1 0,12 0 0,1 0 0,3 6 0,7 1 0,-4 6 0,13-3 0,-7 5 0,0 0 0,2 2 0,-2 1 0,11 1 0,-9 1 0,0 4 0,-10 4 0,-3 1 0,-3 3 0,-8 1 0,-6 1 0,-4 4 0,3 6 0,-1 4 0,6 10 0,-6 2 0,-5 3 0,-7 3 0,-4-1 0,-5 5 0,-3-1 0,-4-1 0,-2-1 0,-4 1 0,-2-2 0,-7 4 0,-1-14 0,-6 4 0,1-11 0,-5 2 0,2-6 0,0-3 0,-1-6 0,-2 0 0,-4-1 0,-6 2 0,-3-1 0,2-2 0,-3-3 0,6-3 0,-2 0 0,8-3 0,5 1 0,2-1 0,-3-1 0,-4 1 0,0-3 0,5 2 0,-2-2 0,9 0 0,-3 0 0,3 0 0,0 0 0,-4 0 0,-5 0 0,-4 0 0,-1 0 0,2 0 0,3 0 0,3 0 0,4 1 0,1-1 0,3 2 0,4-2 0,-1 0 0,5 0 0,-1 0 0,3 0 0,1 0 0,1 0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313E5-3AAA-0C4E-A5C2-D68A7F3CD08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FCA1F62-8141-CC47-B34C-303D317B399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840520B-259B-4441-9AE3-65BF9E5976FD}"/>
              </a:ext>
            </a:extLst>
          </p:cNvPr>
          <p:cNvSpPr>
            <a:spLocks noGrp="1"/>
          </p:cNvSpPr>
          <p:nvPr>
            <p:ph type="dt" sz="half" idx="10"/>
          </p:nvPr>
        </p:nvSpPr>
        <p:spPr/>
        <p:txBody>
          <a:bodyPr/>
          <a:lstStyle/>
          <a:p>
            <a:fld id="{2D040554-05AE-F645-8758-61661C749806}" type="datetimeFigureOut">
              <a:rPr lang="en-US" smtClean="0"/>
              <a:t>7/9/21</a:t>
            </a:fld>
            <a:endParaRPr lang="en-US"/>
          </a:p>
        </p:txBody>
      </p:sp>
      <p:sp>
        <p:nvSpPr>
          <p:cNvPr id="5" name="Footer Placeholder 4">
            <a:extLst>
              <a:ext uri="{FF2B5EF4-FFF2-40B4-BE49-F238E27FC236}">
                <a16:creationId xmlns:a16="http://schemas.microsoft.com/office/drawing/2014/main" id="{041121B0-CDD9-5B4A-886A-244647E1E8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B48A1D-57CE-B64F-98B3-A349D236D214}"/>
              </a:ext>
            </a:extLst>
          </p:cNvPr>
          <p:cNvSpPr>
            <a:spLocks noGrp="1"/>
          </p:cNvSpPr>
          <p:nvPr>
            <p:ph type="sldNum" sz="quarter" idx="12"/>
          </p:nvPr>
        </p:nvSpPr>
        <p:spPr/>
        <p:txBody>
          <a:bodyPr/>
          <a:lstStyle/>
          <a:p>
            <a:fld id="{6C0D726F-55E3-694F-B825-057D2D56C997}" type="slidenum">
              <a:rPr lang="en-US" smtClean="0"/>
              <a:t>‹#›</a:t>
            </a:fld>
            <a:endParaRPr lang="en-US"/>
          </a:p>
        </p:txBody>
      </p:sp>
    </p:spTree>
    <p:extLst>
      <p:ext uri="{BB962C8B-B14F-4D97-AF65-F5344CB8AC3E}">
        <p14:creationId xmlns:p14="http://schemas.microsoft.com/office/powerpoint/2010/main" val="34265413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00409-0447-3344-842F-72B10A2245D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EAEA5D5-BF2E-544E-B6B5-22A772312E3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A0168CE-70CB-A244-8D6C-3E269F728C1B}"/>
              </a:ext>
            </a:extLst>
          </p:cNvPr>
          <p:cNvSpPr>
            <a:spLocks noGrp="1"/>
          </p:cNvSpPr>
          <p:nvPr>
            <p:ph type="dt" sz="half" idx="10"/>
          </p:nvPr>
        </p:nvSpPr>
        <p:spPr/>
        <p:txBody>
          <a:bodyPr/>
          <a:lstStyle/>
          <a:p>
            <a:fld id="{2D040554-05AE-F645-8758-61661C749806}" type="datetimeFigureOut">
              <a:rPr lang="en-US" smtClean="0"/>
              <a:t>7/9/21</a:t>
            </a:fld>
            <a:endParaRPr lang="en-US"/>
          </a:p>
        </p:txBody>
      </p:sp>
      <p:sp>
        <p:nvSpPr>
          <p:cNvPr id="5" name="Footer Placeholder 4">
            <a:extLst>
              <a:ext uri="{FF2B5EF4-FFF2-40B4-BE49-F238E27FC236}">
                <a16:creationId xmlns:a16="http://schemas.microsoft.com/office/drawing/2014/main" id="{7EA3881E-FC70-1F40-ABF7-FB433CF393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D20F8D-AEF0-7D43-813A-EC47FFC2F98D}"/>
              </a:ext>
            </a:extLst>
          </p:cNvPr>
          <p:cNvSpPr>
            <a:spLocks noGrp="1"/>
          </p:cNvSpPr>
          <p:nvPr>
            <p:ph type="sldNum" sz="quarter" idx="12"/>
          </p:nvPr>
        </p:nvSpPr>
        <p:spPr/>
        <p:txBody>
          <a:bodyPr/>
          <a:lstStyle/>
          <a:p>
            <a:fld id="{6C0D726F-55E3-694F-B825-057D2D56C997}" type="slidenum">
              <a:rPr lang="en-US" smtClean="0"/>
              <a:t>‹#›</a:t>
            </a:fld>
            <a:endParaRPr lang="en-US"/>
          </a:p>
        </p:txBody>
      </p:sp>
    </p:spTree>
    <p:extLst>
      <p:ext uri="{BB962C8B-B14F-4D97-AF65-F5344CB8AC3E}">
        <p14:creationId xmlns:p14="http://schemas.microsoft.com/office/powerpoint/2010/main" val="35460094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EB9E4A-2F49-664A-A92E-E8FF93E0F32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74FC341-C9D8-7347-9F9D-6E7811765BF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B606DB-4F78-DE4C-970B-C78928CE2FC3}"/>
              </a:ext>
            </a:extLst>
          </p:cNvPr>
          <p:cNvSpPr>
            <a:spLocks noGrp="1"/>
          </p:cNvSpPr>
          <p:nvPr>
            <p:ph type="dt" sz="half" idx="10"/>
          </p:nvPr>
        </p:nvSpPr>
        <p:spPr/>
        <p:txBody>
          <a:bodyPr/>
          <a:lstStyle/>
          <a:p>
            <a:fld id="{2D040554-05AE-F645-8758-61661C749806}" type="datetimeFigureOut">
              <a:rPr lang="en-US" smtClean="0"/>
              <a:t>7/9/21</a:t>
            </a:fld>
            <a:endParaRPr lang="en-US"/>
          </a:p>
        </p:txBody>
      </p:sp>
      <p:sp>
        <p:nvSpPr>
          <p:cNvPr id="5" name="Footer Placeholder 4">
            <a:extLst>
              <a:ext uri="{FF2B5EF4-FFF2-40B4-BE49-F238E27FC236}">
                <a16:creationId xmlns:a16="http://schemas.microsoft.com/office/drawing/2014/main" id="{E3288A92-C87D-5F41-9DCC-3C46C8FB5A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BD1A60-F865-A84F-9B3D-9B8689C90361}"/>
              </a:ext>
            </a:extLst>
          </p:cNvPr>
          <p:cNvSpPr>
            <a:spLocks noGrp="1"/>
          </p:cNvSpPr>
          <p:nvPr>
            <p:ph type="sldNum" sz="quarter" idx="12"/>
          </p:nvPr>
        </p:nvSpPr>
        <p:spPr/>
        <p:txBody>
          <a:bodyPr/>
          <a:lstStyle/>
          <a:p>
            <a:fld id="{6C0D726F-55E3-694F-B825-057D2D56C997}" type="slidenum">
              <a:rPr lang="en-US" smtClean="0"/>
              <a:t>‹#›</a:t>
            </a:fld>
            <a:endParaRPr lang="en-US"/>
          </a:p>
        </p:txBody>
      </p:sp>
    </p:spTree>
    <p:extLst>
      <p:ext uri="{BB962C8B-B14F-4D97-AF65-F5344CB8AC3E}">
        <p14:creationId xmlns:p14="http://schemas.microsoft.com/office/powerpoint/2010/main" val="4568253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C5D489-4C2E-3C47-903D-1348D617062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AA20748-53D7-704D-BFE2-06964E0E23C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C9CD803-0498-4845-BE40-E4ABB5F9258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46B0606-2359-4E40-9B98-14360C6836FA}"/>
              </a:ext>
            </a:extLst>
          </p:cNvPr>
          <p:cNvSpPr>
            <a:spLocks noGrp="1"/>
          </p:cNvSpPr>
          <p:nvPr>
            <p:ph type="dt" sz="half" idx="10"/>
          </p:nvPr>
        </p:nvSpPr>
        <p:spPr/>
        <p:txBody>
          <a:bodyPr/>
          <a:lstStyle/>
          <a:p>
            <a:fld id="{2D040554-05AE-F645-8758-61661C749806}" type="datetimeFigureOut">
              <a:rPr lang="en-US" smtClean="0"/>
              <a:t>7/9/21</a:t>
            </a:fld>
            <a:endParaRPr lang="en-US"/>
          </a:p>
        </p:txBody>
      </p:sp>
      <p:sp>
        <p:nvSpPr>
          <p:cNvPr id="6" name="Footer Placeholder 5">
            <a:extLst>
              <a:ext uri="{FF2B5EF4-FFF2-40B4-BE49-F238E27FC236}">
                <a16:creationId xmlns:a16="http://schemas.microsoft.com/office/drawing/2014/main" id="{654E14BB-4023-5E44-9EA0-1DB24DCB2A2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6A3E11-DB1D-3C43-BD11-C0D8B585481C}"/>
              </a:ext>
            </a:extLst>
          </p:cNvPr>
          <p:cNvSpPr>
            <a:spLocks noGrp="1"/>
          </p:cNvSpPr>
          <p:nvPr>
            <p:ph type="sldNum" sz="quarter" idx="12"/>
          </p:nvPr>
        </p:nvSpPr>
        <p:spPr/>
        <p:txBody>
          <a:bodyPr/>
          <a:lstStyle/>
          <a:p>
            <a:fld id="{6C0D726F-55E3-694F-B825-057D2D56C997}" type="slidenum">
              <a:rPr lang="en-US" smtClean="0"/>
              <a:t>‹#›</a:t>
            </a:fld>
            <a:endParaRPr lang="en-US"/>
          </a:p>
        </p:txBody>
      </p:sp>
    </p:spTree>
    <p:extLst>
      <p:ext uri="{BB962C8B-B14F-4D97-AF65-F5344CB8AC3E}">
        <p14:creationId xmlns:p14="http://schemas.microsoft.com/office/powerpoint/2010/main" val="19497022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644BB2-629F-6946-97DF-200A64F43B2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4E3F4B3-07EB-DE49-993B-F9DADE81C10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682713A-C734-3246-9756-B8077F23C18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F6707A-2A26-2148-A57A-68858298BD7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9C9E57F-5BAE-C84A-A489-84790177E5E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4679E7A-08D8-D043-BDFF-5B0183D49527}"/>
              </a:ext>
            </a:extLst>
          </p:cNvPr>
          <p:cNvSpPr>
            <a:spLocks noGrp="1"/>
          </p:cNvSpPr>
          <p:nvPr>
            <p:ph type="dt" sz="half" idx="10"/>
          </p:nvPr>
        </p:nvSpPr>
        <p:spPr/>
        <p:txBody>
          <a:bodyPr/>
          <a:lstStyle/>
          <a:p>
            <a:fld id="{2D040554-05AE-F645-8758-61661C749806}" type="datetimeFigureOut">
              <a:rPr lang="en-US" smtClean="0"/>
              <a:t>7/9/21</a:t>
            </a:fld>
            <a:endParaRPr lang="en-US"/>
          </a:p>
        </p:txBody>
      </p:sp>
      <p:sp>
        <p:nvSpPr>
          <p:cNvPr id="8" name="Footer Placeholder 7">
            <a:extLst>
              <a:ext uri="{FF2B5EF4-FFF2-40B4-BE49-F238E27FC236}">
                <a16:creationId xmlns:a16="http://schemas.microsoft.com/office/drawing/2014/main" id="{4DD85816-3E71-2245-8C09-7D169821310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D93DC8E-787D-D04D-9C22-24615038BAC7}"/>
              </a:ext>
            </a:extLst>
          </p:cNvPr>
          <p:cNvSpPr>
            <a:spLocks noGrp="1"/>
          </p:cNvSpPr>
          <p:nvPr>
            <p:ph type="sldNum" sz="quarter" idx="12"/>
          </p:nvPr>
        </p:nvSpPr>
        <p:spPr/>
        <p:txBody>
          <a:bodyPr/>
          <a:lstStyle/>
          <a:p>
            <a:fld id="{6C0D726F-55E3-694F-B825-057D2D56C997}" type="slidenum">
              <a:rPr lang="en-US" smtClean="0"/>
              <a:t>‹#›</a:t>
            </a:fld>
            <a:endParaRPr lang="en-US"/>
          </a:p>
        </p:txBody>
      </p:sp>
    </p:spTree>
    <p:extLst>
      <p:ext uri="{BB962C8B-B14F-4D97-AF65-F5344CB8AC3E}">
        <p14:creationId xmlns:p14="http://schemas.microsoft.com/office/powerpoint/2010/main" val="7998376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FB177-6F7F-4645-8452-DEE4AA438CC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6EF7B41-EF90-754B-BA27-4A68EE6A44DE}"/>
              </a:ext>
            </a:extLst>
          </p:cNvPr>
          <p:cNvSpPr>
            <a:spLocks noGrp="1"/>
          </p:cNvSpPr>
          <p:nvPr>
            <p:ph type="dt" sz="half" idx="10"/>
          </p:nvPr>
        </p:nvSpPr>
        <p:spPr/>
        <p:txBody>
          <a:bodyPr/>
          <a:lstStyle/>
          <a:p>
            <a:fld id="{2D040554-05AE-F645-8758-61661C749806}" type="datetimeFigureOut">
              <a:rPr lang="en-US" smtClean="0"/>
              <a:t>7/9/21</a:t>
            </a:fld>
            <a:endParaRPr lang="en-US"/>
          </a:p>
        </p:txBody>
      </p:sp>
      <p:sp>
        <p:nvSpPr>
          <p:cNvPr id="4" name="Footer Placeholder 3">
            <a:extLst>
              <a:ext uri="{FF2B5EF4-FFF2-40B4-BE49-F238E27FC236}">
                <a16:creationId xmlns:a16="http://schemas.microsoft.com/office/drawing/2014/main" id="{49FDDA6F-5B6F-E146-A8CE-A6DBE34C8B7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391E8AA-8637-8141-9802-723BC7A9B764}"/>
              </a:ext>
            </a:extLst>
          </p:cNvPr>
          <p:cNvSpPr>
            <a:spLocks noGrp="1"/>
          </p:cNvSpPr>
          <p:nvPr>
            <p:ph type="sldNum" sz="quarter" idx="12"/>
          </p:nvPr>
        </p:nvSpPr>
        <p:spPr/>
        <p:txBody>
          <a:bodyPr/>
          <a:lstStyle/>
          <a:p>
            <a:fld id="{6C0D726F-55E3-694F-B825-057D2D56C997}" type="slidenum">
              <a:rPr lang="en-US" smtClean="0"/>
              <a:t>‹#›</a:t>
            </a:fld>
            <a:endParaRPr lang="en-US"/>
          </a:p>
        </p:txBody>
      </p:sp>
    </p:spTree>
    <p:extLst>
      <p:ext uri="{BB962C8B-B14F-4D97-AF65-F5344CB8AC3E}">
        <p14:creationId xmlns:p14="http://schemas.microsoft.com/office/powerpoint/2010/main" val="15868094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A0B9CF6-3428-DC41-BE01-68753B8D81A1}"/>
              </a:ext>
            </a:extLst>
          </p:cNvPr>
          <p:cNvSpPr>
            <a:spLocks noGrp="1"/>
          </p:cNvSpPr>
          <p:nvPr>
            <p:ph type="dt" sz="half" idx="10"/>
          </p:nvPr>
        </p:nvSpPr>
        <p:spPr/>
        <p:txBody>
          <a:bodyPr/>
          <a:lstStyle/>
          <a:p>
            <a:fld id="{2D040554-05AE-F645-8758-61661C749806}" type="datetimeFigureOut">
              <a:rPr lang="en-US" smtClean="0"/>
              <a:t>7/9/21</a:t>
            </a:fld>
            <a:endParaRPr lang="en-US"/>
          </a:p>
        </p:txBody>
      </p:sp>
      <p:sp>
        <p:nvSpPr>
          <p:cNvPr id="3" name="Footer Placeholder 2">
            <a:extLst>
              <a:ext uri="{FF2B5EF4-FFF2-40B4-BE49-F238E27FC236}">
                <a16:creationId xmlns:a16="http://schemas.microsoft.com/office/drawing/2014/main" id="{1F164869-990F-EE42-8F39-2C1B640FD3B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0476152-B764-1845-99FD-2021E841D852}"/>
              </a:ext>
            </a:extLst>
          </p:cNvPr>
          <p:cNvSpPr>
            <a:spLocks noGrp="1"/>
          </p:cNvSpPr>
          <p:nvPr>
            <p:ph type="sldNum" sz="quarter" idx="12"/>
          </p:nvPr>
        </p:nvSpPr>
        <p:spPr/>
        <p:txBody>
          <a:bodyPr/>
          <a:lstStyle/>
          <a:p>
            <a:fld id="{6C0D726F-55E3-694F-B825-057D2D56C997}" type="slidenum">
              <a:rPr lang="en-US" smtClean="0"/>
              <a:t>‹#›</a:t>
            </a:fld>
            <a:endParaRPr lang="en-US"/>
          </a:p>
        </p:txBody>
      </p:sp>
    </p:spTree>
    <p:extLst>
      <p:ext uri="{BB962C8B-B14F-4D97-AF65-F5344CB8AC3E}">
        <p14:creationId xmlns:p14="http://schemas.microsoft.com/office/powerpoint/2010/main" val="29739973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628AB-609F-A84A-83C7-667E9238EE5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14FC6C8-0A4A-5F4A-BCF7-E8D41B8FE94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C797D6D-36FC-6249-835E-5A2F235C69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8B75178-B327-0446-A88D-B17167F8500B}"/>
              </a:ext>
            </a:extLst>
          </p:cNvPr>
          <p:cNvSpPr>
            <a:spLocks noGrp="1"/>
          </p:cNvSpPr>
          <p:nvPr>
            <p:ph type="dt" sz="half" idx="10"/>
          </p:nvPr>
        </p:nvSpPr>
        <p:spPr/>
        <p:txBody>
          <a:bodyPr/>
          <a:lstStyle/>
          <a:p>
            <a:fld id="{2D040554-05AE-F645-8758-61661C749806}" type="datetimeFigureOut">
              <a:rPr lang="en-US" smtClean="0"/>
              <a:t>7/9/21</a:t>
            </a:fld>
            <a:endParaRPr lang="en-US"/>
          </a:p>
        </p:txBody>
      </p:sp>
      <p:sp>
        <p:nvSpPr>
          <p:cNvPr id="6" name="Footer Placeholder 5">
            <a:extLst>
              <a:ext uri="{FF2B5EF4-FFF2-40B4-BE49-F238E27FC236}">
                <a16:creationId xmlns:a16="http://schemas.microsoft.com/office/drawing/2014/main" id="{CB5526FF-F887-8A45-A3DE-D2B6DED7B9F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CD7575C-8C08-7A40-81CE-11996945043E}"/>
              </a:ext>
            </a:extLst>
          </p:cNvPr>
          <p:cNvSpPr>
            <a:spLocks noGrp="1"/>
          </p:cNvSpPr>
          <p:nvPr>
            <p:ph type="sldNum" sz="quarter" idx="12"/>
          </p:nvPr>
        </p:nvSpPr>
        <p:spPr/>
        <p:txBody>
          <a:bodyPr/>
          <a:lstStyle/>
          <a:p>
            <a:fld id="{6C0D726F-55E3-694F-B825-057D2D56C997}" type="slidenum">
              <a:rPr lang="en-US" smtClean="0"/>
              <a:t>‹#›</a:t>
            </a:fld>
            <a:endParaRPr lang="en-US"/>
          </a:p>
        </p:txBody>
      </p:sp>
    </p:spTree>
    <p:extLst>
      <p:ext uri="{BB962C8B-B14F-4D97-AF65-F5344CB8AC3E}">
        <p14:creationId xmlns:p14="http://schemas.microsoft.com/office/powerpoint/2010/main" val="22621487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1CDEE-1ED8-B442-B2E1-112E1F4455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C9CFCBB-2C47-C940-B3B3-1B46E199247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D6AAAC2-5AD7-2443-A0A2-1FDE132082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76CD0B6-4F9C-6A44-81E5-24F31A5B82E4}"/>
              </a:ext>
            </a:extLst>
          </p:cNvPr>
          <p:cNvSpPr>
            <a:spLocks noGrp="1"/>
          </p:cNvSpPr>
          <p:nvPr>
            <p:ph type="dt" sz="half" idx="10"/>
          </p:nvPr>
        </p:nvSpPr>
        <p:spPr/>
        <p:txBody>
          <a:bodyPr/>
          <a:lstStyle/>
          <a:p>
            <a:fld id="{2D040554-05AE-F645-8758-61661C749806}" type="datetimeFigureOut">
              <a:rPr lang="en-US" smtClean="0"/>
              <a:t>7/9/21</a:t>
            </a:fld>
            <a:endParaRPr lang="en-US"/>
          </a:p>
        </p:txBody>
      </p:sp>
      <p:sp>
        <p:nvSpPr>
          <p:cNvPr id="6" name="Footer Placeholder 5">
            <a:extLst>
              <a:ext uri="{FF2B5EF4-FFF2-40B4-BE49-F238E27FC236}">
                <a16:creationId xmlns:a16="http://schemas.microsoft.com/office/drawing/2014/main" id="{2EC8F25E-8D95-3A4E-A9B7-3C6175717F3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355A942-E297-384A-ACCB-42637171EB16}"/>
              </a:ext>
            </a:extLst>
          </p:cNvPr>
          <p:cNvSpPr>
            <a:spLocks noGrp="1"/>
          </p:cNvSpPr>
          <p:nvPr>
            <p:ph type="sldNum" sz="quarter" idx="12"/>
          </p:nvPr>
        </p:nvSpPr>
        <p:spPr/>
        <p:txBody>
          <a:bodyPr/>
          <a:lstStyle/>
          <a:p>
            <a:fld id="{6C0D726F-55E3-694F-B825-057D2D56C997}" type="slidenum">
              <a:rPr lang="en-US" smtClean="0"/>
              <a:t>‹#›</a:t>
            </a:fld>
            <a:endParaRPr lang="en-US"/>
          </a:p>
        </p:txBody>
      </p:sp>
    </p:spTree>
    <p:extLst>
      <p:ext uri="{BB962C8B-B14F-4D97-AF65-F5344CB8AC3E}">
        <p14:creationId xmlns:p14="http://schemas.microsoft.com/office/powerpoint/2010/main" val="11995772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264E0-3869-2844-A676-D827230D792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8DA23EB-ADCA-494D-A145-A545E471FF7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79E690-E878-AE45-B650-7149853B9DA0}"/>
              </a:ext>
            </a:extLst>
          </p:cNvPr>
          <p:cNvSpPr>
            <a:spLocks noGrp="1"/>
          </p:cNvSpPr>
          <p:nvPr>
            <p:ph type="dt" sz="half" idx="10"/>
          </p:nvPr>
        </p:nvSpPr>
        <p:spPr/>
        <p:txBody>
          <a:bodyPr/>
          <a:lstStyle/>
          <a:p>
            <a:fld id="{2D040554-05AE-F645-8758-61661C749806}" type="datetimeFigureOut">
              <a:rPr lang="en-US" smtClean="0"/>
              <a:t>7/9/21</a:t>
            </a:fld>
            <a:endParaRPr lang="en-US"/>
          </a:p>
        </p:txBody>
      </p:sp>
      <p:sp>
        <p:nvSpPr>
          <p:cNvPr id="5" name="Footer Placeholder 4">
            <a:extLst>
              <a:ext uri="{FF2B5EF4-FFF2-40B4-BE49-F238E27FC236}">
                <a16:creationId xmlns:a16="http://schemas.microsoft.com/office/drawing/2014/main" id="{DCC224DD-1B04-B642-A6F6-F18DB13116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6993AA-E18E-DB40-904D-95211F04D6E5}"/>
              </a:ext>
            </a:extLst>
          </p:cNvPr>
          <p:cNvSpPr>
            <a:spLocks noGrp="1"/>
          </p:cNvSpPr>
          <p:nvPr>
            <p:ph type="sldNum" sz="quarter" idx="12"/>
          </p:nvPr>
        </p:nvSpPr>
        <p:spPr/>
        <p:txBody>
          <a:bodyPr/>
          <a:lstStyle/>
          <a:p>
            <a:fld id="{6C0D726F-55E3-694F-B825-057D2D56C997}" type="slidenum">
              <a:rPr lang="en-US" smtClean="0"/>
              <a:t>‹#›</a:t>
            </a:fld>
            <a:endParaRPr lang="en-US"/>
          </a:p>
        </p:txBody>
      </p:sp>
    </p:spTree>
    <p:extLst>
      <p:ext uri="{BB962C8B-B14F-4D97-AF65-F5344CB8AC3E}">
        <p14:creationId xmlns:p14="http://schemas.microsoft.com/office/powerpoint/2010/main" val="7665744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9F35EA6-D29C-9F43-A6F1-F9F4FB0C6F1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2FC19A0-7F9A-AF4C-9143-8C78713B143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DDD9B1A-7A20-2D45-941D-D401562923CB}"/>
              </a:ext>
            </a:extLst>
          </p:cNvPr>
          <p:cNvSpPr>
            <a:spLocks noGrp="1"/>
          </p:cNvSpPr>
          <p:nvPr>
            <p:ph type="dt" sz="half" idx="10"/>
          </p:nvPr>
        </p:nvSpPr>
        <p:spPr/>
        <p:txBody>
          <a:bodyPr/>
          <a:lstStyle/>
          <a:p>
            <a:fld id="{2D040554-05AE-F645-8758-61661C749806}" type="datetimeFigureOut">
              <a:rPr lang="en-US" smtClean="0"/>
              <a:t>7/9/21</a:t>
            </a:fld>
            <a:endParaRPr lang="en-US"/>
          </a:p>
        </p:txBody>
      </p:sp>
      <p:sp>
        <p:nvSpPr>
          <p:cNvPr id="5" name="Footer Placeholder 4">
            <a:extLst>
              <a:ext uri="{FF2B5EF4-FFF2-40B4-BE49-F238E27FC236}">
                <a16:creationId xmlns:a16="http://schemas.microsoft.com/office/drawing/2014/main" id="{8D048062-AA21-1B40-8408-4A73694B3B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20D5B0-E634-9347-BC0D-343F5826A645}"/>
              </a:ext>
            </a:extLst>
          </p:cNvPr>
          <p:cNvSpPr>
            <a:spLocks noGrp="1"/>
          </p:cNvSpPr>
          <p:nvPr>
            <p:ph type="sldNum" sz="quarter" idx="12"/>
          </p:nvPr>
        </p:nvSpPr>
        <p:spPr/>
        <p:txBody>
          <a:bodyPr/>
          <a:lstStyle/>
          <a:p>
            <a:fld id="{6C0D726F-55E3-694F-B825-057D2D56C997}" type="slidenum">
              <a:rPr lang="en-US" smtClean="0"/>
              <a:t>‹#›</a:t>
            </a:fld>
            <a:endParaRPr lang="en-US"/>
          </a:p>
        </p:txBody>
      </p:sp>
    </p:spTree>
    <p:extLst>
      <p:ext uri="{BB962C8B-B14F-4D97-AF65-F5344CB8AC3E}">
        <p14:creationId xmlns:p14="http://schemas.microsoft.com/office/powerpoint/2010/main" val="9018831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F6EE317-65E0-3042-89E2-9F0637096B0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FED916F-3FB4-B04E-B135-ACD4746FBC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F32A2B-A339-A745-BF5D-3D06591272C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040554-05AE-F645-8758-61661C749806}" type="datetimeFigureOut">
              <a:rPr lang="en-US" smtClean="0"/>
              <a:t>7/9/21</a:t>
            </a:fld>
            <a:endParaRPr lang="en-US"/>
          </a:p>
        </p:txBody>
      </p:sp>
      <p:sp>
        <p:nvSpPr>
          <p:cNvPr id="5" name="Footer Placeholder 4">
            <a:extLst>
              <a:ext uri="{FF2B5EF4-FFF2-40B4-BE49-F238E27FC236}">
                <a16:creationId xmlns:a16="http://schemas.microsoft.com/office/drawing/2014/main" id="{52382B4E-7A29-7A45-BEF7-ECA6F6FBCC3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C46559B-D56A-4A44-AC73-5EFF5536FB9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C0D726F-55E3-694F-B825-057D2D56C997}" type="slidenum">
              <a:rPr lang="en-US" smtClean="0"/>
              <a:t>‹#›</a:t>
            </a:fld>
            <a:endParaRPr lang="en-US"/>
          </a:p>
        </p:txBody>
      </p:sp>
    </p:spTree>
    <p:extLst>
      <p:ext uri="{BB962C8B-B14F-4D97-AF65-F5344CB8AC3E}">
        <p14:creationId xmlns:p14="http://schemas.microsoft.com/office/powerpoint/2010/main" val="28468415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customXml" Target="../ink/ink5.xml"/><Relationship Id="rId18" Type="http://schemas.openxmlformats.org/officeDocument/2006/relationships/image" Target="../media/image10.png"/><Relationship Id="rId3" Type="http://schemas.openxmlformats.org/officeDocument/2006/relationships/image" Target="../media/image2.png"/><Relationship Id="rId21" Type="http://schemas.openxmlformats.org/officeDocument/2006/relationships/customXml" Target="../ink/ink9.xml"/><Relationship Id="rId7" Type="http://schemas.openxmlformats.org/officeDocument/2006/relationships/customXml" Target="../ink/ink2.xml"/><Relationship Id="rId12" Type="http://schemas.openxmlformats.org/officeDocument/2006/relationships/image" Target="../media/image7.png"/><Relationship Id="rId17" Type="http://schemas.openxmlformats.org/officeDocument/2006/relationships/customXml" Target="../ink/ink7.xml"/><Relationship Id="rId2" Type="http://schemas.openxmlformats.org/officeDocument/2006/relationships/image" Target="../media/image1.png"/><Relationship Id="rId16" Type="http://schemas.openxmlformats.org/officeDocument/2006/relationships/image" Target="../media/image9.png"/><Relationship Id="rId20"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customXml" Target="../ink/ink4.xml"/><Relationship Id="rId5" Type="http://schemas.openxmlformats.org/officeDocument/2006/relationships/customXml" Target="../ink/ink1.xml"/><Relationship Id="rId15" Type="http://schemas.openxmlformats.org/officeDocument/2006/relationships/customXml" Target="../ink/ink6.xml"/><Relationship Id="rId10" Type="http://schemas.openxmlformats.org/officeDocument/2006/relationships/image" Target="../media/image6.png"/><Relationship Id="rId19" Type="http://schemas.openxmlformats.org/officeDocument/2006/relationships/customXml" Target="../ink/ink8.xml"/><Relationship Id="rId4" Type="http://schemas.openxmlformats.org/officeDocument/2006/relationships/image" Target="../media/image3.png"/><Relationship Id="rId9" Type="http://schemas.openxmlformats.org/officeDocument/2006/relationships/customXml" Target="../ink/ink3.xml"/><Relationship Id="rId14" Type="http://schemas.openxmlformats.org/officeDocument/2006/relationships/image" Target="../media/image8.png"/><Relationship Id="rId22" Type="http://schemas.openxmlformats.org/officeDocument/2006/relationships/image" Target="../media/image12.png"/></Relationships>
</file>

<file path=ppt/slides/_rels/slide3.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customXml" Target="../ink/ink10.xml"/><Relationship Id="rId7" Type="http://schemas.openxmlformats.org/officeDocument/2006/relationships/customXml" Target="../ink/ink12.xml"/><Relationship Id="rId12"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5.png"/><Relationship Id="rId11" Type="http://schemas.openxmlformats.org/officeDocument/2006/relationships/customXml" Target="../ink/ink14.xml"/><Relationship Id="rId5" Type="http://schemas.openxmlformats.org/officeDocument/2006/relationships/customXml" Target="../ink/ink11.xml"/><Relationship Id="rId10" Type="http://schemas.openxmlformats.org/officeDocument/2006/relationships/image" Target="../media/image17.png"/><Relationship Id="rId4" Type="http://schemas.openxmlformats.org/officeDocument/2006/relationships/image" Target="../media/image14.png"/><Relationship Id="rId9" Type="http://schemas.openxmlformats.org/officeDocument/2006/relationships/customXml" Target="../ink/ink13.xml"/></Relationships>
</file>

<file path=ppt/slides/_rels/slide4.xml.rels><?xml version="1.0" encoding="UTF-8" standalone="yes"?>
<Relationships xmlns="http://schemas.openxmlformats.org/package/2006/relationships"><Relationship Id="rId3" Type="http://schemas.openxmlformats.org/officeDocument/2006/relationships/customXml" Target="../ink/ink15.xml"/><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customXml" Target="../ink/ink16.xml"/><Relationship Id="rId4" Type="http://schemas.openxmlformats.org/officeDocument/2006/relationships/image" Target="../media/image20.png"/></Relationships>
</file>

<file path=ppt/slides/_rels/slide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0FCBB-BEDB-994A-8C9C-ED6655475146}"/>
              </a:ext>
            </a:extLst>
          </p:cNvPr>
          <p:cNvSpPr>
            <a:spLocks noGrp="1"/>
          </p:cNvSpPr>
          <p:nvPr>
            <p:ph type="ctrTitle"/>
          </p:nvPr>
        </p:nvSpPr>
        <p:spPr/>
        <p:txBody>
          <a:bodyPr/>
          <a:lstStyle/>
          <a:p>
            <a:r>
              <a:rPr lang="en-US" dirty="0"/>
              <a:t>Pilot data (2021.Jul 4 – Jul 5)</a:t>
            </a:r>
          </a:p>
        </p:txBody>
      </p:sp>
      <p:sp>
        <p:nvSpPr>
          <p:cNvPr id="3" name="Subtitle 2">
            <a:extLst>
              <a:ext uri="{FF2B5EF4-FFF2-40B4-BE49-F238E27FC236}">
                <a16:creationId xmlns:a16="http://schemas.microsoft.com/office/drawing/2014/main" id="{20A7B732-A65E-F44F-B60F-F9C19A72B447}"/>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9020194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C8888-5B62-9F40-8128-A55D565A25B3}"/>
              </a:ext>
            </a:extLst>
          </p:cNvPr>
          <p:cNvSpPr>
            <a:spLocks noGrp="1"/>
          </p:cNvSpPr>
          <p:nvPr>
            <p:ph type="title"/>
          </p:nvPr>
        </p:nvSpPr>
        <p:spPr>
          <a:xfrm>
            <a:off x="200026" y="13594"/>
            <a:ext cx="11644312" cy="1325563"/>
          </a:xfrm>
        </p:spPr>
        <p:txBody>
          <a:bodyPr/>
          <a:lstStyle/>
          <a:p>
            <a:r>
              <a:rPr lang="en-US" dirty="0"/>
              <a:t>Size-judgment-task: Is the study treated seriously? </a:t>
            </a:r>
          </a:p>
        </p:txBody>
      </p:sp>
      <p:pic>
        <p:nvPicPr>
          <p:cNvPr id="5" name="Picture 4" descr="Table&#10;&#10;Description automatically generated">
            <a:extLst>
              <a:ext uri="{FF2B5EF4-FFF2-40B4-BE49-F238E27FC236}">
                <a16:creationId xmlns:a16="http://schemas.microsoft.com/office/drawing/2014/main" id="{093BC0E8-3E10-BB44-A53E-C3322C684379}"/>
              </a:ext>
            </a:extLst>
          </p:cNvPr>
          <p:cNvPicPr>
            <a:picLocks noChangeAspect="1"/>
          </p:cNvPicPr>
          <p:nvPr/>
        </p:nvPicPr>
        <p:blipFill>
          <a:blip r:embed="rId2"/>
          <a:stretch>
            <a:fillRect/>
          </a:stretch>
        </p:blipFill>
        <p:spPr>
          <a:xfrm>
            <a:off x="542926" y="1690688"/>
            <a:ext cx="3235608" cy="3806598"/>
          </a:xfrm>
          <a:prstGeom prst="rect">
            <a:avLst/>
          </a:prstGeom>
        </p:spPr>
      </p:pic>
      <p:sp>
        <p:nvSpPr>
          <p:cNvPr id="6" name="TextBox 5">
            <a:extLst>
              <a:ext uri="{FF2B5EF4-FFF2-40B4-BE49-F238E27FC236}">
                <a16:creationId xmlns:a16="http://schemas.microsoft.com/office/drawing/2014/main" id="{7B737C48-721E-944E-933D-AA8FCB79E5D1}"/>
              </a:ext>
            </a:extLst>
          </p:cNvPr>
          <p:cNvSpPr txBox="1"/>
          <p:nvPr/>
        </p:nvSpPr>
        <p:spPr>
          <a:xfrm>
            <a:off x="379638" y="5812292"/>
            <a:ext cx="3788229" cy="369332"/>
          </a:xfrm>
          <a:prstGeom prst="rect">
            <a:avLst/>
          </a:prstGeom>
          <a:noFill/>
        </p:spPr>
        <p:txBody>
          <a:bodyPr wrap="square" rtlCol="0">
            <a:spAutoFit/>
          </a:bodyPr>
          <a:lstStyle/>
          <a:p>
            <a:r>
              <a:rPr lang="en-US" dirty="0"/>
              <a:t>General accuracy: a horror story</a:t>
            </a:r>
          </a:p>
        </p:txBody>
      </p:sp>
      <p:pic>
        <p:nvPicPr>
          <p:cNvPr id="8" name="Picture 7" descr="Table&#10;&#10;Description automatically generated">
            <a:extLst>
              <a:ext uri="{FF2B5EF4-FFF2-40B4-BE49-F238E27FC236}">
                <a16:creationId xmlns:a16="http://schemas.microsoft.com/office/drawing/2014/main" id="{E01880D0-CD9B-5A42-9D6D-F79C29814C0C}"/>
              </a:ext>
            </a:extLst>
          </p:cNvPr>
          <p:cNvPicPr>
            <a:picLocks noChangeAspect="1"/>
          </p:cNvPicPr>
          <p:nvPr/>
        </p:nvPicPr>
        <p:blipFill>
          <a:blip r:embed="rId3"/>
          <a:stretch>
            <a:fillRect/>
          </a:stretch>
        </p:blipFill>
        <p:spPr>
          <a:xfrm>
            <a:off x="4557486" y="1690688"/>
            <a:ext cx="2728062" cy="3806598"/>
          </a:xfrm>
          <a:prstGeom prst="rect">
            <a:avLst/>
          </a:prstGeom>
        </p:spPr>
      </p:pic>
      <p:sp>
        <p:nvSpPr>
          <p:cNvPr id="9" name="TextBox 8">
            <a:extLst>
              <a:ext uri="{FF2B5EF4-FFF2-40B4-BE49-F238E27FC236}">
                <a16:creationId xmlns:a16="http://schemas.microsoft.com/office/drawing/2014/main" id="{8D1D1874-711F-CD44-844B-1569A5053A80}"/>
              </a:ext>
            </a:extLst>
          </p:cNvPr>
          <p:cNvSpPr txBox="1"/>
          <p:nvPr/>
        </p:nvSpPr>
        <p:spPr>
          <a:xfrm>
            <a:off x="4461046" y="5846544"/>
            <a:ext cx="3114675" cy="646331"/>
          </a:xfrm>
          <a:prstGeom prst="rect">
            <a:avLst/>
          </a:prstGeom>
          <a:noFill/>
        </p:spPr>
        <p:txBody>
          <a:bodyPr wrap="square" rtlCol="0">
            <a:spAutoFit/>
          </a:bodyPr>
          <a:lstStyle/>
          <a:p>
            <a:r>
              <a:rPr lang="en-US" dirty="0"/>
              <a:t>People just did not respond: need more motivation?</a:t>
            </a:r>
          </a:p>
        </p:txBody>
      </p:sp>
      <p:pic>
        <p:nvPicPr>
          <p:cNvPr id="11" name="Picture 10" descr="Table&#10;&#10;Description automatically generated">
            <a:extLst>
              <a:ext uri="{FF2B5EF4-FFF2-40B4-BE49-F238E27FC236}">
                <a16:creationId xmlns:a16="http://schemas.microsoft.com/office/drawing/2014/main" id="{1F3EA868-1DD7-BB44-843F-65C93D71B983}"/>
              </a:ext>
            </a:extLst>
          </p:cNvPr>
          <p:cNvPicPr>
            <a:picLocks noChangeAspect="1"/>
          </p:cNvPicPr>
          <p:nvPr/>
        </p:nvPicPr>
        <p:blipFill>
          <a:blip r:embed="rId4"/>
          <a:stretch>
            <a:fillRect/>
          </a:stretch>
        </p:blipFill>
        <p:spPr>
          <a:xfrm>
            <a:off x="8064500" y="1636486"/>
            <a:ext cx="3289300" cy="3860800"/>
          </a:xfrm>
          <a:prstGeom prst="rect">
            <a:avLst/>
          </a:prstGeom>
        </p:spPr>
      </p:pic>
      <p:sp>
        <p:nvSpPr>
          <p:cNvPr id="12" name="TextBox 11">
            <a:extLst>
              <a:ext uri="{FF2B5EF4-FFF2-40B4-BE49-F238E27FC236}">
                <a16:creationId xmlns:a16="http://schemas.microsoft.com/office/drawing/2014/main" id="{23A03252-C352-2345-93E7-84C284CB78FA}"/>
              </a:ext>
            </a:extLst>
          </p:cNvPr>
          <p:cNvSpPr txBox="1"/>
          <p:nvPr/>
        </p:nvSpPr>
        <p:spPr>
          <a:xfrm>
            <a:off x="8558213" y="5858458"/>
            <a:ext cx="3057525" cy="646331"/>
          </a:xfrm>
          <a:prstGeom prst="rect">
            <a:avLst/>
          </a:prstGeom>
          <a:noFill/>
        </p:spPr>
        <p:txBody>
          <a:bodyPr wrap="square" rtlCol="0">
            <a:spAutoFit/>
          </a:bodyPr>
          <a:lstStyle/>
          <a:p>
            <a:r>
              <a:rPr lang="en-US" dirty="0"/>
              <a:t>After excluding no response trials.</a:t>
            </a:r>
          </a:p>
        </p:txBody>
      </p:sp>
      <mc:AlternateContent xmlns:mc="http://schemas.openxmlformats.org/markup-compatibility/2006" xmlns:p14="http://schemas.microsoft.com/office/powerpoint/2010/main">
        <mc:Choice Requires="p14">
          <p:contentPart p14:bwMode="auto" r:id="rId5">
            <p14:nvContentPartPr>
              <p14:cNvPr id="13" name="Ink 12">
                <a:extLst>
                  <a:ext uri="{FF2B5EF4-FFF2-40B4-BE49-F238E27FC236}">
                    <a16:creationId xmlns:a16="http://schemas.microsoft.com/office/drawing/2014/main" id="{27944364-2AE0-7E42-94ED-AE38DF599373}"/>
                  </a:ext>
                </a:extLst>
              </p14:cNvPr>
              <p14:cNvContentPartPr/>
              <p14:nvPr/>
            </p14:nvContentPartPr>
            <p14:xfrm>
              <a:off x="949342" y="2302200"/>
              <a:ext cx="2871360" cy="301320"/>
            </p14:xfrm>
          </p:contentPart>
        </mc:Choice>
        <mc:Fallback xmlns="">
          <p:pic>
            <p:nvPicPr>
              <p:cNvPr id="13" name="Ink 12">
                <a:extLst>
                  <a:ext uri="{FF2B5EF4-FFF2-40B4-BE49-F238E27FC236}">
                    <a16:creationId xmlns:a16="http://schemas.microsoft.com/office/drawing/2014/main" id="{27944364-2AE0-7E42-94ED-AE38DF599373}"/>
                  </a:ext>
                </a:extLst>
              </p:cNvPr>
              <p:cNvPicPr/>
              <p:nvPr/>
            </p:nvPicPr>
            <p:blipFill>
              <a:blip r:embed="rId6"/>
              <a:stretch>
                <a:fillRect/>
              </a:stretch>
            </p:blipFill>
            <p:spPr>
              <a:xfrm>
                <a:off x="940342" y="2293200"/>
                <a:ext cx="2889000" cy="318960"/>
              </a:xfrm>
              <a:prstGeom prst="rect">
                <a:avLst/>
              </a:prstGeom>
            </p:spPr>
          </p:pic>
        </mc:Fallback>
      </mc:AlternateContent>
      <p:grpSp>
        <p:nvGrpSpPr>
          <p:cNvPr id="16" name="Group 15">
            <a:extLst>
              <a:ext uri="{FF2B5EF4-FFF2-40B4-BE49-F238E27FC236}">
                <a16:creationId xmlns:a16="http://schemas.microsoft.com/office/drawing/2014/main" id="{09C34126-0498-414A-BD8E-EDC4545C87A4}"/>
              </a:ext>
            </a:extLst>
          </p:cNvPr>
          <p:cNvGrpSpPr/>
          <p:nvPr/>
        </p:nvGrpSpPr>
        <p:grpSpPr>
          <a:xfrm>
            <a:off x="959782" y="2283480"/>
            <a:ext cx="2889000" cy="324000"/>
            <a:chOff x="959782" y="2283480"/>
            <a:chExt cx="2889000" cy="324000"/>
          </a:xfrm>
        </p:grpSpPr>
        <mc:AlternateContent xmlns:mc="http://schemas.openxmlformats.org/markup-compatibility/2006" xmlns:p14="http://schemas.microsoft.com/office/powerpoint/2010/main">
          <mc:Choice Requires="p14">
            <p:contentPart p14:bwMode="auto" r:id="rId7">
              <p14:nvContentPartPr>
                <p14:cNvPr id="14" name="Ink 13">
                  <a:extLst>
                    <a:ext uri="{FF2B5EF4-FFF2-40B4-BE49-F238E27FC236}">
                      <a16:creationId xmlns:a16="http://schemas.microsoft.com/office/drawing/2014/main" id="{661F7324-EE0B-7645-8710-03EB5C5AE7BE}"/>
                    </a:ext>
                  </a:extLst>
                </p14:cNvPr>
                <p14:cNvContentPartPr/>
                <p14:nvPr/>
              </p14:nvContentPartPr>
              <p14:xfrm>
                <a:off x="1009462" y="2283480"/>
                <a:ext cx="2839320" cy="42480"/>
              </p14:xfrm>
            </p:contentPart>
          </mc:Choice>
          <mc:Fallback xmlns="">
            <p:pic>
              <p:nvPicPr>
                <p:cNvPr id="14" name="Ink 13">
                  <a:extLst>
                    <a:ext uri="{FF2B5EF4-FFF2-40B4-BE49-F238E27FC236}">
                      <a16:creationId xmlns:a16="http://schemas.microsoft.com/office/drawing/2014/main" id="{661F7324-EE0B-7645-8710-03EB5C5AE7BE}"/>
                    </a:ext>
                  </a:extLst>
                </p:cNvPr>
                <p:cNvPicPr/>
                <p:nvPr/>
              </p:nvPicPr>
              <p:blipFill>
                <a:blip r:embed="rId8"/>
                <a:stretch>
                  <a:fillRect/>
                </a:stretch>
              </p:blipFill>
              <p:spPr>
                <a:xfrm>
                  <a:off x="1000462" y="2274480"/>
                  <a:ext cx="2856960" cy="601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5" name="Ink 14">
                  <a:extLst>
                    <a:ext uri="{FF2B5EF4-FFF2-40B4-BE49-F238E27FC236}">
                      <a16:creationId xmlns:a16="http://schemas.microsoft.com/office/drawing/2014/main" id="{86C9D850-09EF-6146-B0A2-E1C300C6E1AC}"/>
                    </a:ext>
                  </a:extLst>
                </p14:cNvPr>
                <p14:cNvContentPartPr/>
                <p14:nvPr/>
              </p14:nvContentPartPr>
              <p14:xfrm>
                <a:off x="959782" y="2292120"/>
                <a:ext cx="23400" cy="315360"/>
              </p14:xfrm>
            </p:contentPart>
          </mc:Choice>
          <mc:Fallback xmlns="">
            <p:pic>
              <p:nvPicPr>
                <p:cNvPr id="15" name="Ink 14">
                  <a:extLst>
                    <a:ext uri="{FF2B5EF4-FFF2-40B4-BE49-F238E27FC236}">
                      <a16:creationId xmlns:a16="http://schemas.microsoft.com/office/drawing/2014/main" id="{86C9D850-09EF-6146-B0A2-E1C300C6E1AC}"/>
                    </a:ext>
                  </a:extLst>
                </p:cNvPr>
                <p:cNvPicPr/>
                <p:nvPr/>
              </p:nvPicPr>
              <p:blipFill>
                <a:blip r:embed="rId10"/>
                <a:stretch>
                  <a:fillRect/>
                </a:stretch>
              </p:blipFill>
              <p:spPr>
                <a:xfrm>
                  <a:off x="951142" y="2283120"/>
                  <a:ext cx="41040" cy="333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1">
            <p14:nvContentPartPr>
              <p14:cNvPr id="24" name="Ink 23">
                <a:extLst>
                  <a:ext uri="{FF2B5EF4-FFF2-40B4-BE49-F238E27FC236}">
                    <a16:creationId xmlns:a16="http://schemas.microsoft.com/office/drawing/2014/main" id="{B873BA7E-36E9-2D4C-82C2-4DF086153BA8}"/>
                  </a:ext>
                </a:extLst>
              </p14:cNvPr>
              <p14:cNvContentPartPr/>
              <p14:nvPr/>
            </p14:nvContentPartPr>
            <p14:xfrm>
              <a:off x="4962343" y="2268720"/>
              <a:ext cx="1652040" cy="323280"/>
            </p14:xfrm>
          </p:contentPart>
        </mc:Choice>
        <mc:Fallback xmlns="">
          <p:pic>
            <p:nvPicPr>
              <p:cNvPr id="24" name="Ink 23">
                <a:extLst>
                  <a:ext uri="{FF2B5EF4-FFF2-40B4-BE49-F238E27FC236}">
                    <a16:creationId xmlns:a16="http://schemas.microsoft.com/office/drawing/2014/main" id="{B873BA7E-36E9-2D4C-82C2-4DF086153BA8}"/>
                  </a:ext>
                </a:extLst>
              </p:cNvPr>
              <p:cNvPicPr/>
              <p:nvPr/>
            </p:nvPicPr>
            <p:blipFill>
              <a:blip r:embed="rId12"/>
              <a:stretch>
                <a:fillRect/>
              </a:stretch>
            </p:blipFill>
            <p:spPr>
              <a:xfrm>
                <a:off x="4953343" y="2260080"/>
                <a:ext cx="1669680" cy="340920"/>
              </a:xfrm>
              <a:prstGeom prst="rect">
                <a:avLst/>
              </a:prstGeom>
            </p:spPr>
          </p:pic>
        </mc:Fallback>
      </mc:AlternateContent>
      <p:grpSp>
        <p:nvGrpSpPr>
          <p:cNvPr id="28" name="Group 27">
            <a:extLst>
              <a:ext uri="{FF2B5EF4-FFF2-40B4-BE49-F238E27FC236}">
                <a16:creationId xmlns:a16="http://schemas.microsoft.com/office/drawing/2014/main" id="{41F8CCA8-BCE6-704E-999E-5A77FAC79B20}"/>
              </a:ext>
            </a:extLst>
          </p:cNvPr>
          <p:cNvGrpSpPr/>
          <p:nvPr/>
        </p:nvGrpSpPr>
        <p:grpSpPr>
          <a:xfrm>
            <a:off x="937102" y="3457440"/>
            <a:ext cx="5660001" cy="326880"/>
            <a:chOff x="937102" y="3457440"/>
            <a:chExt cx="5660001" cy="326880"/>
          </a:xfrm>
        </p:grpSpPr>
        <mc:AlternateContent xmlns:mc="http://schemas.openxmlformats.org/markup-compatibility/2006" xmlns:p14="http://schemas.microsoft.com/office/powerpoint/2010/main">
          <mc:Choice Requires="p14">
            <p:contentPart p14:bwMode="auto" r:id="rId13">
              <p14:nvContentPartPr>
                <p14:cNvPr id="17" name="Ink 16">
                  <a:extLst>
                    <a:ext uri="{FF2B5EF4-FFF2-40B4-BE49-F238E27FC236}">
                      <a16:creationId xmlns:a16="http://schemas.microsoft.com/office/drawing/2014/main" id="{13FA13F6-17AA-E742-B48C-0432DA104FB0}"/>
                    </a:ext>
                  </a:extLst>
                </p14:cNvPr>
                <p14:cNvContentPartPr/>
                <p14:nvPr/>
              </p14:nvContentPartPr>
              <p14:xfrm>
                <a:off x="962662" y="3463560"/>
                <a:ext cx="2823840" cy="13320"/>
              </p14:xfrm>
            </p:contentPart>
          </mc:Choice>
          <mc:Fallback xmlns="">
            <p:pic>
              <p:nvPicPr>
                <p:cNvPr id="17" name="Ink 16">
                  <a:extLst>
                    <a:ext uri="{FF2B5EF4-FFF2-40B4-BE49-F238E27FC236}">
                      <a16:creationId xmlns:a16="http://schemas.microsoft.com/office/drawing/2014/main" id="{13FA13F6-17AA-E742-B48C-0432DA104FB0}"/>
                    </a:ext>
                  </a:extLst>
                </p:cNvPr>
                <p:cNvPicPr/>
                <p:nvPr/>
              </p:nvPicPr>
              <p:blipFill>
                <a:blip r:embed="rId14"/>
                <a:stretch>
                  <a:fillRect/>
                </a:stretch>
              </p:blipFill>
              <p:spPr>
                <a:xfrm>
                  <a:off x="954022" y="3454920"/>
                  <a:ext cx="284148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8" name="Ink 17">
                  <a:extLst>
                    <a:ext uri="{FF2B5EF4-FFF2-40B4-BE49-F238E27FC236}">
                      <a16:creationId xmlns:a16="http://schemas.microsoft.com/office/drawing/2014/main" id="{B01124E9-25CA-384F-A04B-47DE07E5BEFE}"/>
                    </a:ext>
                  </a:extLst>
                </p14:cNvPr>
                <p14:cNvContentPartPr/>
                <p14:nvPr/>
              </p14:nvContentPartPr>
              <p14:xfrm>
                <a:off x="1001902" y="3732840"/>
                <a:ext cx="2772000" cy="40320"/>
              </p14:xfrm>
            </p:contentPart>
          </mc:Choice>
          <mc:Fallback xmlns="">
            <p:pic>
              <p:nvPicPr>
                <p:cNvPr id="18" name="Ink 17">
                  <a:extLst>
                    <a:ext uri="{FF2B5EF4-FFF2-40B4-BE49-F238E27FC236}">
                      <a16:creationId xmlns:a16="http://schemas.microsoft.com/office/drawing/2014/main" id="{B01124E9-25CA-384F-A04B-47DE07E5BEFE}"/>
                    </a:ext>
                  </a:extLst>
                </p:cNvPr>
                <p:cNvPicPr/>
                <p:nvPr/>
              </p:nvPicPr>
              <p:blipFill>
                <a:blip r:embed="rId16"/>
                <a:stretch>
                  <a:fillRect/>
                </a:stretch>
              </p:blipFill>
              <p:spPr>
                <a:xfrm>
                  <a:off x="993262" y="3723840"/>
                  <a:ext cx="2789640" cy="5796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9" name="Ink 18">
                  <a:extLst>
                    <a:ext uri="{FF2B5EF4-FFF2-40B4-BE49-F238E27FC236}">
                      <a16:creationId xmlns:a16="http://schemas.microsoft.com/office/drawing/2014/main" id="{3B92BAEB-190E-904D-9E77-AA9F53A1BE1E}"/>
                    </a:ext>
                  </a:extLst>
                </p14:cNvPr>
                <p14:cNvContentPartPr/>
                <p14:nvPr/>
              </p14:nvContentPartPr>
              <p14:xfrm>
                <a:off x="3743302" y="3483000"/>
                <a:ext cx="15480" cy="301320"/>
              </p14:xfrm>
            </p:contentPart>
          </mc:Choice>
          <mc:Fallback xmlns="">
            <p:pic>
              <p:nvPicPr>
                <p:cNvPr id="19" name="Ink 18">
                  <a:extLst>
                    <a:ext uri="{FF2B5EF4-FFF2-40B4-BE49-F238E27FC236}">
                      <a16:creationId xmlns:a16="http://schemas.microsoft.com/office/drawing/2014/main" id="{3B92BAEB-190E-904D-9E77-AA9F53A1BE1E}"/>
                    </a:ext>
                  </a:extLst>
                </p:cNvPr>
                <p:cNvPicPr/>
                <p:nvPr/>
              </p:nvPicPr>
              <p:blipFill>
                <a:blip r:embed="rId18"/>
                <a:stretch>
                  <a:fillRect/>
                </a:stretch>
              </p:blipFill>
              <p:spPr>
                <a:xfrm>
                  <a:off x="3734302" y="3474000"/>
                  <a:ext cx="33120" cy="31896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21" name="Ink 20">
                  <a:extLst>
                    <a:ext uri="{FF2B5EF4-FFF2-40B4-BE49-F238E27FC236}">
                      <a16:creationId xmlns:a16="http://schemas.microsoft.com/office/drawing/2014/main" id="{E5BC93A2-EB0B-2E43-8B54-F6E2BB6438EB}"/>
                    </a:ext>
                  </a:extLst>
                </p14:cNvPr>
                <p14:cNvContentPartPr/>
                <p14:nvPr/>
              </p14:nvContentPartPr>
              <p14:xfrm>
                <a:off x="937102" y="3466800"/>
                <a:ext cx="102240" cy="309960"/>
              </p14:xfrm>
            </p:contentPart>
          </mc:Choice>
          <mc:Fallback xmlns="">
            <p:pic>
              <p:nvPicPr>
                <p:cNvPr id="21" name="Ink 20">
                  <a:extLst>
                    <a:ext uri="{FF2B5EF4-FFF2-40B4-BE49-F238E27FC236}">
                      <a16:creationId xmlns:a16="http://schemas.microsoft.com/office/drawing/2014/main" id="{E5BC93A2-EB0B-2E43-8B54-F6E2BB6438EB}"/>
                    </a:ext>
                  </a:extLst>
                </p:cNvPr>
                <p:cNvPicPr/>
                <p:nvPr/>
              </p:nvPicPr>
              <p:blipFill>
                <a:blip r:embed="rId20"/>
                <a:stretch>
                  <a:fillRect/>
                </a:stretch>
              </p:blipFill>
              <p:spPr>
                <a:xfrm>
                  <a:off x="928102" y="3457800"/>
                  <a:ext cx="119880" cy="3276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27" name="Ink 26">
                  <a:extLst>
                    <a:ext uri="{FF2B5EF4-FFF2-40B4-BE49-F238E27FC236}">
                      <a16:creationId xmlns:a16="http://schemas.microsoft.com/office/drawing/2014/main" id="{FE8EC0A5-55D2-A448-9E2C-F338C2411270}"/>
                    </a:ext>
                  </a:extLst>
                </p14:cNvPr>
                <p14:cNvContentPartPr/>
                <p14:nvPr/>
              </p14:nvContentPartPr>
              <p14:xfrm>
                <a:off x="4929223" y="3457440"/>
                <a:ext cx="1667880" cy="291960"/>
              </p14:xfrm>
            </p:contentPart>
          </mc:Choice>
          <mc:Fallback xmlns="">
            <p:pic>
              <p:nvPicPr>
                <p:cNvPr id="27" name="Ink 26">
                  <a:extLst>
                    <a:ext uri="{FF2B5EF4-FFF2-40B4-BE49-F238E27FC236}">
                      <a16:creationId xmlns:a16="http://schemas.microsoft.com/office/drawing/2014/main" id="{FE8EC0A5-55D2-A448-9E2C-F338C2411270}"/>
                    </a:ext>
                  </a:extLst>
                </p:cNvPr>
                <p:cNvPicPr/>
                <p:nvPr/>
              </p:nvPicPr>
              <p:blipFill>
                <a:blip r:embed="rId22"/>
                <a:stretch>
                  <a:fillRect/>
                </a:stretch>
              </p:blipFill>
              <p:spPr>
                <a:xfrm>
                  <a:off x="4920223" y="3448800"/>
                  <a:ext cx="1685520" cy="309600"/>
                </a:xfrm>
                <a:prstGeom prst="rect">
                  <a:avLst/>
                </a:prstGeom>
              </p:spPr>
            </p:pic>
          </mc:Fallback>
        </mc:AlternateContent>
      </p:grpSp>
    </p:spTree>
    <p:extLst>
      <p:ext uri="{BB962C8B-B14F-4D97-AF65-F5344CB8AC3E}">
        <p14:creationId xmlns:p14="http://schemas.microsoft.com/office/powerpoint/2010/main" val="8541678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FF8CC-437B-C649-88A1-AEC4276CD930}"/>
              </a:ext>
            </a:extLst>
          </p:cNvPr>
          <p:cNvSpPr>
            <a:spLocks noGrp="1"/>
          </p:cNvSpPr>
          <p:nvPr>
            <p:ph type="title"/>
          </p:nvPr>
        </p:nvSpPr>
        <p:spPr>
          <a:xfrm>
            <a:off x="838200" y="365126"/>
            <a:ext cx="9579429" cy="734332"/>
          </a:xfrm>
        </p:spPr>
        <p:txBody>
          <a:bodyPr>
            <a:normAutofit/>
          </a:bodyPr>
          <a:lstStyle/>
          <a:p>
            <a:r>
              <a:rPr lang="en-US" sz="4000" dirty="0"/>
              <a:t>Clicker &amp; random pressing? Too fast response</a:t>
            </a:r>
          </a:p>
        </p:txBody>
      </p:sp>
      <p:pic>
        <p:nvPicPr>
          <p:cNvPr id="6" name="Content Placeholder 5" descr="Table&#10;&#10;Description automatically generated">
            <a:extLst>
              <a:ext uri="{FF2B5EF4-FFF2-40B4-BE49-F238E27FC236}">
                <a16:creationId xmlns:a16="http://schemas.microsoft.com/office/drawing/2014/main" id="{570979B4-1AC0-FA4E-A974-80EB42798153}"/>
              </a:ext>
            </a:extLst>
          </p:cNvPr>
          <p:cNvPicPr>
            <a:picLocks noGrp="1" noChangeAspect="1"/>
          </p:cNvPicPr>
          <p:nvPr>
            <p:ph idx="1"/>
          </p:nvPr>
        </p:nvPicPr>
        <p:blipFill>
          <a:blip r:embed="rId2"/>
          <a:stretch>
            <a:fillRect/>
          </a:stretch>
        </p:blipFill>
        <p:spPr>
          <a:xfrm>
            <a:off x="966787" y="1517650"/>
            <a:ext cx="7556500" cy="3822700"/>
          </a:xfrm>
        </p:spPr>
      </p:pic>
      <p:sp>
        <p:nvSpPr>
          <p:cNvPr id="7" name="TextBox 6">
            <a:extLst>
              <a:ext uri="{FF2B5EF4-FFF2-40B4-BE49-F238E27FC236}">
                <a16:creationId xmlns:a16="http://schemas.microsoft.com/office/drawing/2014/main" id="{7F75AA0B-30D3-6640-8B75-7A06E6CD8C98}"/>
              </a:ext>
            </a:extLst>
          </p:cNvPr>
          <p:cNvSpPr txBox="1"/>
          <p:nvPr/>
        </p:nvSpPr>
        <p:spPr>
          <a:xfrm>
            <a:off x="5360193" y="5435376"/>
            <a:ext cx="1843088" cy="646331"/>
          </a:xfrm>
          <a:prstGeom prst="rect">
            <a:avLst/>
          </a:prstGeom>
          <a:noFill/>
        </p:spPr>
        <p:txBody>
          <a:bodyPr wrap="square" rtlCol="0">
            <a:spAutoFit/>
          </a:bodyPr>
          <a:lstStyle/>
          <a:p>
            <a:r>
              <a:rPr lang="en-US" dirty="0" err="1"/>
              <a:t>No_response</a:t>
            </a:r>
            <a:r>
              <a:rPr lang="en-US" dirty="0"/>
              <a:t> excluded</a:t>
            </a:r>
          </a:p>
        </p:txBody>
      </p:sp>
      <mc:AlternateContent xmlns:mc="http://schemas.openxmlformats.org/markup-compatibility/2006" xmlns:p14="http://schemas.microsoft.com/office/powerpoint/2010/main">
        <mc:Choice Requires="p14">
          <p:contentPart p14:bwMode="auto" r:id="rId3">
            <p14:nvContentPartPr>
              <p14:cNvPr id="8" name="Ink 7">
                <a:extLst>
                  <a:ext uri="{FF2B5EF4-FFF2-40B4-BE49-F238E27FC236}">
                    <a16:creationId xmlns:a16="http://schemas.microsoft.com/office/drawing/2014/main" id="{30D4F659-A460-3042-BF35-67D6F1AF6EB9}"/>
                  </a:ext>
                </a:extLst>
              </p14:cNvPr>
              <p14:cNvContentPartPr/>
              <p14:nvPr/>
            </p14:nvContentPartPr>
            <p14:xfrm>
              <a:off x="5098702" y="2395440"/>
              <a:ext cx="3418200" cy="25920"/>
            </p14:xfrm>
          </p:contentPart>
        </mc:Choice>
        <mc:Fallback xmlns="">
          <p:pic>
            <p:nvPicPr>
              <p:cNvPr id="8" name="Ink 7">
                <a:extLst>
                  <a:ext uri="{FF2B5EF4-FFF2-40B4-BE49-F238E27FC236}">
                    <a16:creationId xmlns:a16="http://schemas.microsoft.com/office/drawing/2014/main" id="{30D4F659-A460-3042-BF35-67D6F1AF6EB9}"/>
                  </a:ext>
                </a:extLst>
              </p:cNvPr>
              <p:cNvPicPr/>
              <p:nvPr/>
            </p:nvPicPr>
            <p:blipFill>
              <a:blip r:embed="rId4"/>
              <a:stretch>
                <a:fillRect/>
              </a:stretch>
            </p:blipFill>
            <p:spPr>
              <a:xfrm>
                <a:off x="5090062" y="2386800"/>
                <a:ext cx="3435840" cy="43560"/>
              </a:xfrm>
              <a:prstGeom prst="rect">
                <a:avLst/>
              </a:prstGeom>
            </p:spPr>
          </p:pic>
        </mc:Fallback>
      </mc:AlternateContent>
      <p:grpSp>
        <p:nvGrpSpPr>
          <p:cNvPr id="11" name="Group 10">
            <a:extLst>
              <a:ext uri="{FF2B5EF4-FFF2-40B4-BE49-F238E27FC236}">
                <a16:creationId xmlns:a16="http://schemas.microsoft.com/office/drawing/2014/main" id="{EE024C73-0BA9-5649-8303-74769670606D}"/>
              </a:ext>
            </a:extLst>
          </p:cNvPr>
          <p:cNvGrpSpPr/>
          <p:nvPr/>
        </p:nvGrpSpPr>
        <p:grpSpPr>
          <a:xfrm>
            <a:off x="5106262" y="2077200"/>
            <a:ext cx="3406680" cy="330840"/>
            <a:chOff x="5106262" y="2077200"/>
            <a:chExt cx="3406680" cy="330840"/>
          </a:xfrm>
        </p:grpSpPr>
        <mc:AlternateContent xmlns:mc="http://schemas.openxmlformats.org/markup-compatibility/2006" xmlns:p14="http://schemas.microsoft.com/office/powerpoint/2010/main">
          <mc:Choice Requires="p14">
            <p:contentPart p14:bwMode="auto" r:id="rId5">
              <p14:nvContentPartPr>
                <p14:cNvPr id="9" name="Ink 8">
                  <a:extLst>
                    <a:ext uri="{FF2B5EF4-FFF2-40B4-BE49-F238E27FC236}">
                      <a16:creationId xmlns:a16="http://schemas.microsoft.com/office/drawing/2014/main" id="{9935869F-F279-1C4A-9A2F-9990C7494C0F}"/>
                    </a:ext>
                  </a:extLst>
                </p14:cNvPr>
                <p14:cNvContentPartPr/>
                <p14:nvPr/>
              </p14:nvContentPartPr>
              <p14:xfrm>
                <a:off x="5106262" y="2077200"/>
                <a:ext cx="3406680" cy="330840"/>
              </p14:xfrm>
            </p:contentPart>
          </mc:Choice>
          <mc:Fallback xmlns="">
            <p:pic>
              <p:nvPicPr>
                <p:cNvPr id="9" name="Ink 8">
                  <a:extLst>
                    <a:ext uri="{FF2B5EF4-FFF2-40B4-BE49-F238E27FC236}">
                      <a16:creationId xmlns:a16="http://schemas.microsoft.com/office/drawing/2014/main" id="{9935869F-F279-1C4A-9A2F-9990C7494C0F}"/>
                    </a:ext>
                  </a:extLst>
                </p:cNvPr>
                <p:cNvPicPr/>
                <p:nvPr/>
              </p:nvPicPr>
              <p:blipFill>
                <a:blip r:embed="rId6"/>
                <a:stretch>
                  <a:fillRect/>
                </a:stretch>
              </p:blipFill>
              <p:spPr>
                <a:xfrm>
                  <a:off x="5097622" y="2068560"/>
                  <a:ext cx="3424320" cy="3484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0" name="Ink 9">
                  <a:extLst>
                    <a:ext uri="{FF2B5EF4-FFF2-40B4-BE49-F238E27FC236}">
                      <a16:creationId xmlns:a16="http://schemas.microsoft.com/office/drawing/2014/main" id="{03086B6F-72F6-D940-AC20-0042219A5319}"/>
                    </a:ext>
                  </a:extLst>
                </p14:cNvPr>
                <p14:cNvContentPartPr/>
                <p14:nvPr/>
              </p14:nvContentPartPr>
              <p14:xfrm>
                <a:off x="5118142" y="2346840"/>
                <a:ext cx="360" cy="59040"/>
              </p14:xfrm>
            </p:contentPart>
          </mc:Choice>
          <mc:Fallback xmlns="">
            <p:pic>
              <p:nvPicPr>
                <p:cNvPr id="10" name="Ink 9">
                  <a:extLst>
                    <a:ext uri="{FF2B5EF4-FFF2-40B4-BE49-F238E27FC236}">
                      <a16:creationId xmlns:a16="http://schemas.microsoft.com/office/drawing/2014/main" id="{03086B6F-72F6-D940-AC20-0042219A5319}"/>
                    </a:ext>
                  </a:extLst>
                </p:cNvPr>
                <p:cNvPicPr/>
                <p:nvPr/>
              </p:nvPicPr>
              <p:blipFill>
                <a:blip r:embed="rId8"/>
                <a:stretch>
                  <a:fillRect/>
                </a:stretch>
              </p:blipFill>
              <p:spPr>
                <a:xfrm>
                  <a:off x="5109142" y="2337840"/>
                  <a:ext cx="18000" cy="766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9">
            <p14:nvContentPartPr>
              <p14:cNvPr id="12" name="Ink 11">
                <a:extLst>
                  <a:ext uri="{FF2B5EF4-FFF2-40B4-BE49-F238E27FC236}">
                    <a16:creationId xmlns:a16="http://schemas.microsoft.com/office/drawing/2014/main" id="{7BC60A11-23E8-274B-BFC8-E98C072DADA1}"/>
                  </a:ext>
                </a:extLst>
              </p14:cNvPr>
              <p14:cNvContentPartPr/>
              <p14:nvPr/>
            </p14:nvContentPartPr>
            <p14:xfrm>
              <a:off x="5083222" y="3268080"/>
              <a:ext cx="3444120" cy="322200"/>
            </p14:xfrm>
          </p:contentPart>
        </mc:Choice>
        <mc:Fallback xmlns="">
          <p:pic>
            <p:nvPicPr>
              <p:cNvPr id="12" name="Ink 11">
                <a:extLst>
                  <a:ext uri="{FF2B5EF4-FFF2-40B4-BE49-F238E27FC236}">
                    <a16:creationId xmlns:a16="http://schemas.microsoft.com/office/drawing/2014/main" id="{7BC60A11-23E8-274B-BFC8-E98C072DADA1}"/>
                  </a:ext>
                </a:extLst>
              </p:cNvPr>
              <p:cNvPicPr/>
              <p:nvPr/>
            </p:nvPicPr>
            <p:blipFill>
              <a:blip r:embed="rId10"/>
              <a:stretch>
                <a:fillRect/>
              </a:stretch>
            </p:blipFill>
            <p:spPr>
              <a:xfrm>
                <a:off x="5074222" y="3259440"/>
                <a:ext cx="3461760" cy="3398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3" name="Ink 12">
                <a:extLst>
                  <a:ext uri="{FF2B5EF4-FFF2-40B4-BE49-F238E27FC236}">
                    <a16:creationId xmlns:a16="http://schemas.microsoft.com/office/drawing/2014/main" id="{B8C72BB7-9974-F346-89AA-AD96DD2B573E}"/>
                  </a:ext>
                </a:extLst>
              </p14:cNvPr>
              <p14:cNvContentPartPr/>
              <p14:nvPr/>
            </p14:nvContentPartPr>
            <p14:xfrm>
              <a:off x="5090782" y="5013000"/>
              <a:ext cx="3407760" cy="321840"/>
            </p14:xfrm>
          </p:contentPart>
        </mc:Choice>
        <mc:Fallback xmlns="">
          <p:pic>
            <p:nvPicPr>
              <p:cNvPr id="13" name="Ink 12">
                <a:extLst>
                  <a:ext uri="{FF2B5EF4-FFF2-40B4-BE49-F238E27FC236}">
                    <a16:creationId xmlns:a16="http://schemas.microsoft.com/office/drawing/2014/main" id="{B8C72BB7-9974-F346-89AA-AD96DD2B573E}"/>
                  </a:ext>
                </a:extLst>
              </p:cNvPr>
              <p:cNvPicPr/>
              <p:nvPr/>
            </p:nvPicPr>
            <p:blipFill>
              <a:blip r:embed="rId12"/>
              <a:stretch>
                <a:fillRect/>
              </a:stretch>
            </p:blipFill>
            <p:spPr>
              <a:xfrm>
                <a:off x="5082142" y="5004360"/>
                <a:ext cx="3425400" cy="339480"/>
              </a:xfrm>
              <a:prstGeom prst="rect">
                <a:avLst/>
              </a:prstGeom>
            </p:spPr>
          </p:pic>
        </mc:Fallback>
      </mc:AlternateContent>
      <p:sp>
        <p:nvSpPr>
          <p:cNvPr id="15" name="TextBox 14">
            <a:extLst>
              <a:ext uri="{FF2B5EF4-FFF2-40B4-BE49-F238E27FC236}">
                <a16:creationId xmlns:a16="http://schemas.microsoft.com/office/drawing/2014/main" id="{8E2DE7D4-2236-DD4A-BEC7-77E32285E7A1}"/>
              </a:ext>
            </a:extLst>
          </p:cNvPr>
          <p:cNvSpPr txBox="1"/>
          <p:nvPr/>
        </p:nvSpPr>
        <p:spPr>
          <a:xfrm>
            <a:off x="9514114" y="2775857"/>
            <a:ext cx="2242457" cy="369332"/>
          </a:xfrm>
          <a:prstGeom prst="rect">
            <a:avLst/>
          </a:prstGeom>
          <a:noFill/>
        </p:spPr>
        <p:txBody>
          <a:bodyPr wrap="square" rtlCol="0">
            <a:spAutoFit/>
          </a:bodyPr>
          <a:lstStyle/>
          <a:p>
            <a:r>
              <a:rPr lang="en-US" dirty="0"/>
              <a:t>Id = 1, 4, 5,8,9,10,11</a:t>
            </a:r>
          </a:p>
        </p:txBody>
      </p:sp>
    </p:spTree>
    <p:extLst>
      <p:ext uri="{BB962C8B-B14F-4D97-AF65-F5344CB8AC3E}">
        <p14:creationId xmlns:p14="http://schemas.microsoft.com/office/powerpoint/2010/main" val="7361538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BED77-E8C9-E148-B3C6-9E50334919BF}"/>
              </a:ext>
            </a:extLst>
          </p:cNvPr>
          <p:cNvSpPr>
            <a:spLocks noGrp="1"/>
          </p:cNvSpPr>
          <p:nvPr>
            <p:ph type="title"/>
          </p:nvPr>
        </p:nvSpPr>
        <p:spPr/>
        <p:txBody>
          <a:bodyPr/>
          <a:lstStyle/>
          <a:p>
            <a:endParaRPr lang="en-US"/>
          </a:p>
        </p:txBody>
      </p:sp>
      <p:pic>
        <p:nvPicPr>
          <p:cNvPr id="5" name="Content Placeholder 4" descr="Chart, histogram&#10;&#10;Description automatically generated">
            <a:extLst>
              <a:ext uri="{FF2B5EF4-FFF2-40B4-BE49-F238E27FC236}">
                <a16:creationId xmlns:a16="http://schemas.microsoft.com/office/drawing/2014/main" id="{60ABEA1C-1CDD-9841-AD68-72691ABA40F9}"/>
              </a:ext>
            </a:extLst>
          </p:cNvPr>
          <p:cNvPicPr>
            <a:picLocks noGrp="1" noChangeAspect="1"/>
          </p:cNvPicPr>
          <p:nvPr>
            <p:ph idx="1"/>
          </p:nvPr>
        </p:nvPicPr>
        <p:blipFill>
          <a:blip r:embed="rId2"/>
          <a:stretch>
            <a:fillRect/>
          </a:stretch>
        </p:blipFill>
        <p:spPr>
          <a:xfrm>
            <a:off x="838200" y="154525"/>
            <a:ext cx="6434138" cy="6555211"/>
          </a:xfrm>
        </p:spPr>
      </p:pic>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76DFDA30-2658-B44E-BAB6-271F17A9BF6A}"/>
                  </a:ext>
                </a:extLst>
              </p14:cNvPr>
              <p14:cNvContentPartPr/>
              <p14:nvPr/>
            </p14:nvContentPartPr>
            <p14:xfrm>
              <a:off x="3250183" y="194400"/>
              <a:ext cx="542880" cy="299880"/>
            </p14:xfrm>
          </p:contentPart>
        </mc:Choice>
        <mc:Fallback xmlns="">
          <p:pic>
            <p:nvPicPr>
              <p:cNvPr id="6" name="Ink 5">
                <a:extLst>
                  <a:ext uri="{FF2B5EF4-FFF2-40B4-BE49-F238E27FC236}">
                    <a16:creationId xmlns:a16="http://schemas.microsoft.com/office/drawing/2014/main" id="{76DFDA30-2658-B44E-BAB6-271F17A9BF6A}"/>
                  </a:ext>
                </a:extLst>
              </p:cNvPr>
              <p:cNvPicPr/>
              <p:nvPr/>
            </p:nvPicPr>
            <p:blipFill>
              <a:blip r:embed="rId4"/>
              <a:stretch>
                <a:fillRect/>
              </a:stretch>
            </p:blipFill>
            <p:spPr>
              <a:xfrm>
                <a:off x="3241543" y="185760"/>
                <a:ext cx="560520" cy="3175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7" name="Ink 6">
                <a:extLst>
                  <a:ext uri="{FF2B5EF4-FFF2-40B4-BE49-F238E27FC236}">
                    <a16:creationId xmlns:a16="http://schemas.microsoft.com/office/drawing/2014/main" id="{DCEFF2E5-A948-9348-9D56-DD313C3D75F5}"/>
                  </a:ext>
                </a:extLst>
              </p14:cNvPr>
              <p14:cNvContentPartPr/>
              <p14:nvPr/>
            </p14:nvContentPartPr>
            <p14:xfrm>
              <a:off x="6236383" y="4348080"/>
              <a:ext cx="510480" cy="351000"/>
            </p14:xfrm>
          </p:contentPart>
        </mc:Choice>
        <mc:Fallback xmlns="">
          <p:pic>
            <p:nvPicPr>
              <p:cNvPr id="7" name="Ink 6">
                <a:extLst>
                  <a:ext uri="{FF2B5EF4-FFF2-40B4-BE49-F238E27FC236}">
                    <a16:creationId xmlns:a16="http://schemas.microsoft.com/office/drawing/2014/main" id="{DCEFF2E5-A948-9348-9D56-DD313C3D75F5}"/>
                  </a:ext>
                </a:extLst>
              </p:cNvPr>
              <p:cNvPicPr/>
              <p:nvPr/>
            </p:nvPicPr>
            <p:blipFill>
              <a:blip r:embed="rId6"/>
              <a:stretch>
                <a:fillRect/>
              </a:stretch>
            </p:blipFill>
            <p:spPr>
              <a:xfrm>
                <a:off x="6227383" y="4339440"/>
                <a:ext cx="528120" cy="368640"/>
              </a:xfrm>
              <a:prstGeom prst="rect">
                <a:avLst/>
              </a:prstGeom>
            </p:spPr>
          </p:pic>
        </mc:Fallback>
      </mc:AlternateContent>
      <p:sp>
        <p:nvSpPr>
          <p:cNvPr id="8" name="TextBox 7">
            <a:extLst>
              <a:ext uri="{FF2B5EF4-FFF2-40B4-BE49-F238E27FC236}">
                <a16:creationId xmlns:a16="http://schemas.microsoft.com/office/drawing/2014/main" id="{A067C443-244D-0A43-AC13-3DC75DF01953}"/>
              </a:ext>
            </a:extLst>
          </p:cNvPr>
          <p:cNvSpPr txBox="1"/>
          <p:nvPr/>
        </p:nvSpPr>
        <p:spPr>
          <a:xfrm>
            <a:off x="8556171" y="2296886"/>
            <a:ext cx="2242457" cy="369332"/>
          </a:xfrm>
          <a:prstGeom prst="rect">
            <a:avLst/>
          </a:prstGeom>
          <a:noFill/>
        </p:spPr>
        <p:txBody>
          <a:bodyPr wrap="square" rtlCol="0">
            <a:spAutoFit/>
          </a:bodyPr>
          <a:lstStyle/>
          <a:p>
            <a:r>
              <a:rPr lang="en-US" dirty="0"/>
              <a:t>Id = 1, 4, 5,8,9,10,11</a:t>
            </a:r>
          </a:p>
        </p:txBody>
      </p:sp>
    </p:spTree>
    <p:extLst>
      <p:ext uri="{BB962C8B-B14F-4D97-AF65-F5344CB8AC3E}">
        <p14:creationId xmlns:p14="http://schemas.microsoft.com/office/powerpoint/2010/main" val="26087998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F240DF-B8BA-064D-A06A-F0F78375C95B}"/>
              </a:ext>
            </a:extLst>
          </p:cNvPr>
          <p:cNvSpPr>
            <a:spLocks noGrp="1"/>
          </p:cNvSpPr>
          <p:nvPr>
            <p:ph type="title"/>
          </p:nvPr>
        </p:nvSpPr>
        <p:spPr>
          <a:xfrm>
            <a:off x="1381125" y="0"/>
            <a:ext cx="10515600" cy="1325563"/>
          </a:xfrm>
        </p:spPr>
        <p:txBody>
          <a:bodyPr>
            <a:normAutofit/>
          </a:bodyPr>
          <a:lstStyle/>
          <a:p>
            <a:r>
              <a:rPr lang="en-US" sz="2800" dirty="0"/>
              <a:t>A: animal; B: Tools; C: Kitchen equipment; D: Musical instrument</a:t>
            </a:r>
          </a:p>
        </p:txBody>
      </p:sp>
      <p:pic>
        <p:nvPicPr>
          <p:cNvPr id="5" name="Content Placeholder 4" descr="Diagram&#10;&#10;Description automatically generated with medium confidence">
            <a:extLst>
              <a:ext uri="{FF2B5EF4-FFF2-40B4-BE49-F238E27FC236}">
                <a16:creationId xmlns:a16="http://schemas.microsoft.com/office/drawing/2014/main" id="{F27912B3-39BF-1E4C-9300-D5822C8398B6}"/>
              </a:ext>
            </a:extLst>
          </p:cNvPr>
          <p:cNvPicPr>
            <a:picLocks noGrp="1" noChangeAspect="1"/>
          </p:cNvPicPr>
          <p:nvPr>
            <p:ph idx="1"/>
          </p:nvPr>
        </p:nvPicPr>
        <p:blipFill>
          <a:blip r:embed="rId2"/>
          <a:stretch>
            <a:fillRect/>
          </a:stretch>
        </p:blipFill>
        <p:spPr>
          <a:xfrm>
            <a:off x="1035017" y="1641472"/>
            <a:ext cx="4236353" cy="4267201"/>
          </a:xfrm>
        </p:spPr>
      </p:pic>
      <p:sp>
        <p:nvSpPr>
          <p:cNvPr id="6" name="TextBox 5">
            <a:extLst>
              <a:ext uri="{FF2B5EF4-FFF2-40B4-BE49-F238E27FC236}">
                <a16:creationId xmlns:a16="http://schemas.microsoft.com/office/drawing/2014/main" id="{8C703D8C-A2A3-A943-AC04-B43DBFCE8098}"/>
              </a:ext>
            </a:extLst>
          </p:cNvPr>
          <p:cNvSpPr txBox="1"/>
          <p:nvPr/>
        </p:nvSpPr>
        <p:spPr>
          <a:xfrm>
            <a:off x="1933575" y="6078517"/>
            <a:ext cx="4162425" cy="369332"/>
          </a:xfrm>
          <a:prstGeom prst="rect">
            <a:avLst/>
          </a:prstGeom>
          <a:noFill/>
        </p:spPr>
        <p:txBody>
          <a:bodyPr wrap="square" rtlCol="0">
            <a:spAutoFit/>
          </a:bodyPr>
          <a:lstStyle/>
          <a:p>
            <a:r>
              <a:rPr lang="en-US" dirty="0"/>
              <a:t>No response trials excluded </a:t>
            </a:r>
          </a:p>
        </p:txBody>
      </p:sp>
      <p:pic>
        <p:nvPicPr>
          <p:cNvPr id="8" name="Picture 7" descr="Diagram&#10;&#10;Description automatically generated">
            <a:extLst>
              <a:ext uri="{FF2B5EF4-FFF2-40B4-BE49-F238E27FC236}">
                <a16:creationId xmlns:a16="http://schemas.microsoft.com/office/drawing/2014/main" id="{FCE8AAB1-0233-7547-AF95-AE7A5B17E493}"/>
              </a:ext>
            </a:extLst>
          </p:cNvPr>
          <p:cNvPicPr>
            <a:picLocks noChangeAspect="1"/>
          </p:cNvPicPr>
          <p:nvPr/>
        </p:nvPicPr>
        <p:blipFill>
          <a:blip r:embed="rId3"/>
          <a:stretch>
            <a:fillRect/>
          </a:stretch>
        </p:blipFill>
        <p:spPr>
          <a:xfrm>
            <a:off x="6211888" y="1458115"/>
            <a:ext cx="4351703" cy="4491043"/>
          </a:xfrm>
          <a:prstGeom prst="rect">
            <a:avLst/>
          </a:prstGeom>
        </p:spPr>
      </p:pic>
      <p:sp>
        <p:nvSpPr>
          <p:cNvPr id="9" name="TextBox 8">
            <a:extLst>
              <a:ext uri="{FF2B5EF4-FFF2-40B4-BE49-F238E27FC236}">
                <a16:creationId xmlns:a16="http://schemas.microsoft.com/office/drawing/2014/main" id="{5DC2A738-B1B8-FD41-8D23-81DEEB823102}"/>
              </a:ext>
            </a:extLst>
          </p:cNvPr>
          <p:cNvSpPr txBox="1"/>
          <p:nvPr/>
        </p:nvSpPr>
        <p:spPr>
          <a:xfrm>
            <a:off x="7720014" y="6135177"/>
            <a:ext cx="2724150" cy="369332"/>
          </a:xfrm>
          <a:prstGeom prst="rect">
            <a:avLst/>
          </a:prstGeom>
          <a:noFill/>
        </p:spPr>
        <p:txBody>
          <a:bodyPr wrap="square" rtlCol="0">
            <a:spAutoFit/>
          </a:bodyPr>
          <a:lstStyle/>
          <a:p>
            <a:r>
              <a:rPr lang="en-US" dirty="0"/>
              <a:t>All trials included </a:t>
            </a:r>
          </a:p>
        </p:txBody>
      </p:sp>
    </p:spTree>
    <p:extLst>
      <p:ext uri="{BB962C8B-B14F-4D97-AF65-F5344CB8AC3E}">
        <p14:creationId xmlns:p14="http://schemas.microsoft.com/office/powerpoint/2010/main" val="22526309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F0171-3569-A64D-93E6-0E7F86EC8C4B}"/>
              </a:ext>
            </a:extLst>
          </p:cNvPr>
          <p:cNvSpPr>
            <a:spLocks noGrp="1"/>
          </p:cNvSpPr>
          <p:nvPr>
            <p:ph type="title"/>
          </p:nvPr>
        </p:nvSpPr>
        <p:spPr>
          <a:xfrm>
            <a:off x="576262" y="180459"/>
            <a:ext cx="2405063" cy="1325563"/>
          </a:xfrm>
        </p:spPr>
        <p:txBody>
          <a:bodyPr>
            <a:noAutofit/>
          </a:bodyPr>
          <a:lstStyle/>
          <a:p>
            <a:r>
              <a:rPr lang="en-US" sz="2800" dirty="0"/>
              <a:t>A1-hamster</a:t>
            </a:r>
            <a:br>
              <a:rPr lang="en-US" sz="2800" dirty="0"/>
            </a:br>
            <a:r>
              <a:rPr lang="en-US" sz="2800" dirty="0"/>
              <a:t>A2-squirrel</a:t>
            </a:r>
            <a:br>
              <a:rPr lang="en-US" sz="2800" dirty="0"/>
            </a:br>
            <a:r>
              <a:rPr lang="en-US" sz="2800" dirty="0"/>
              <a:t>A3-deer</a:t>
            </a:r>
            <a:br>
              <a:rPr lang="en-US" sz="2800" dirty="0"/>
            </a:br>
            <a:r>
              <a:rPr lang="en-US" sz="2800" dirty="0"/>
              <a:t>A4-bear</a:t>
            </a:r>
          </a:p>
        </p:txBody>
      </p:sp>
      <p:pic>
        <p:nvPicPr>
          <p:cNvPr id="6" name="Content Placeholder 5" descr="Chart, line chart&#10;&#10;Description automatically generated">
            <a:extLst>
              <a:ext uri="{FF2B5EF4-FFF2-40B4-BE49-F238E27FC236}">
                <a16:creationId xmlns:a16="http://schemas.microsoft.com/office/drawing/2014/main" id="{7708E1D7-B836-E846-B53D-E43062673AFD}"/>
              </a:ext>
            </a:extLst>
          </p:cNvPr>
          <p:cNvPicPr>
            <a:picLocks noGrp="1" noChangeAspect="1"/>
          </p:cNvPicPr>
          <p:nvPr>
            <p:ph idx="1"/>
          </p:nvPr>
        </p:nvPicPr>
        <p:blipFill>
          <a:blip r:embed="rId2"/>
          <a:stretch>
            <a:fillRect/>
          </a:stretch>
        </p:blipFill>
        <p:spPr>
          <a:xfrm>
            <a:off x="955264" y="1956871"/>
            <a:ext cx="4309296" cy="4351338"/>
          </a:xfrm>
        </p:spPr>
      </p:pic>
      <p:sp>
        <p:nvSpPr>
          <p:cNvPr id="7" name="TextBox 6">
            <a:extLst>
              <a:ext uri="{FF2B5EF4-FFF2-40B4-BE49-F238E27FC236}">
                <a16:creationId xmlns:a16="http://schemas.microsoft.com/office/drawing/2014/main" id="{7B1716D2-16A6-8548-B4BF-6D9C8DE25E46}"/>
              </a:ext>
            </a:extLst>
          </p:cNvPr>
          <p:cNvSpPr txBox="1"/>
          <p:nvPr/>
        </p:nvSpPr>
        <p:spPr>
          <a:xfrm>
            <a:off x="1516473" y="6389726"/>
            <a:ext cx="4162425" cy="369332"/>
          </a:xfrm>
          <a:prstGeom prst="rect">
            <a:avLst/>
          </a:prstGeom>
          <a:noFill/>
        </p:spPr>
        <p:txBody>
          <a:bodyPr wrap="square" rtlCol="0">
            <a:spAutoFit/>
          </a:bodyPr>
          <a:lstStyle/>
          <a:p>
            <a:r>
              <a:rPr lang="en-US" dirty="0"/>
              <a:t>No response trials excluded </a:t>
            </a:r>
          </a:p>
        </p:txBody>
      </p:sp>
      <p:sp>
        <p:nvSpPr>
          <p:cNvPr id="8" name="Title 1">
            <a:extLst>
              <a:ext uri="{FF2B5EF4-FFF2-40B4-BE49-F238E27FC236}">
                <a16:creationId xmlns:a16="http://schemas.microsoft.com/office/drawing/2014/main" id="{4EFAA295-34E8-4441-9994-20C1C7ADC8E4}"/>
              </a:ext>
            </a:extLst>
          </p:cNvPr>
          <p:cNvSpPr txBox="1">
            <a:spLocks/>
          </p:cNvSpPr>
          <p:nvPr/>
        </p:nvSpPr>
        <p:spPr>
          <a:xfrm>
            <a:off x="2981325" y="180459"/>
            <a:ext cx="2405063" cy="13255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dirty="0"/>
              <a:t>B1-hammer</a:t>
            </a:r>
            <a:br>
              <a:rPr lang="en-US" sz="2800" dirty="0"/>
            </a:br>
            <a:r>
              <a:rPr lang="en-US" sz="2800" dirty="0"/>
              <a:t>B2-screwdriver</a:t>
            </a:r>
            <a:br>
              <a:rPr lang="en-US" sz="2800" dirty="0"/>
            </a:br>
            <a:r>
              <a:rPr lang="en-US" sz="2800" dirty="0"/>
              <a:t>B3-hoe</a:t>
            </a:r>
            <a:br>
              <a:rPr lang="en-US" sz="2800" dirty="0"/>
            </a:br>
            <a:r>
              <a:rPr lang="en-US" sz="2800" dirty="0"/>
              <a:t>B4-rake</a:t>
            </a:r>
          </a:p>
        </p:txBody>
      </p:sp>
      <p:sp>
        <p:nvSpPr>
          <p:cNvPr id="9" name="Title 1">
            <a:extLst>
              <a:ext uri="{FF2B5EF4-FFF2-40B4-BE49-F238E27FC236}">
                <a16:creationId xmlns:a16="http://schemas.microsoft.com/office/drawing/2014/main" id="{6A98E948-5C5D-A44C-B96F-C8756098B800}"/>
              </a:ext>
            </a:extLst>
          </p:cNvPr>
          <p:cNvSpPr txBox="1">
            <a:spLocks/>
          </p:cNvSpPr>
          <p:nvPr/>
        </p:nvSpPr>
        <p:spPr>
          <a:xfrm>
            <a:off x="5678898" y="180459"/>
            <a:ext cx="2405063" cy="13255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dirty="0"/>
              <a:t>C1-toaster</a:t>
            </a:r>
            <a:br>
              <a:rPr lang="en-US" sz="2800" dirty="0"/>
            </a:br>
            <a:r>
              <a:rPr lang="en-US" sz="2800" dirty="0"/>
              <a:t>C2-kettle</a:t>
            </a:r>
            <a:br>
              <a:rPr lang="en-US" sz="2800" dirty="0"/>
            </a:br>
            <a:r>
              <a:rPr lang="en-US" sz="2800" dirty="0"/>
              <a:t>C3-Oven</a:t>
            </a:r>
            <a:br>
              <a:rPr lang="en-US" sz="2800" dirty="0"/>
            </a:br>
            <a:r>
              <a:rPr lang="en-US" sz="2800" dirty="0"/>
              <a:t>C4-Dishwasher</a:t>
            </a:r>
          </a:p>
        </p:txBody>
      </p:sp>
      <p:sp>
        <p:nvSpPr>
          <p:cNvPr id="10" name="Title 1">
            <a:extLst>
              <a:ext uri="{FF2B5EF4-FFF2-40B4-BE49-F238E27FC236}">
                <a16:creationId xmlns:a16="http://schemas.microsoft.com/office/drawing/2014/main" id="{B43BE992-B8BC-B446-A3B3-D0E4C811F11B}"/>
              </a:ext>
            </a:extLst>
          </p:cNvPr>
          <p:cNvSpPr txBox="1">
            <a:spLocks/>
          </p:cNvSpPr>
          <p:nvPr/>
        </p:nvSpPr>
        <p:spPr>
          <a:xfrm>
            <a:off x="8674510" y="180459"/>
            <a:ext cx="2405063" cy="13255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dirty="0"/>
              <a:t>D1-harmonica</a:t>
            </a:r>
            <a:br>
              <a:rPr lang="en-US" sz="2800" dirty="0"/>
            </a:br>
            <a:r>
              <a:rPr lang="en-US" sz="2800" dirty="0"/>
              <a:t>D2-flute</a:t>
            </a:r>
            <a:br>
              <a:rPr lang="en-US" sz="2800" dirty="0"/>
            </a:br>
            <a:r>
              <a:rPr lang="en-US" sz="2800" dirty="0"/>
              <a:t>D3-guitar</a:t>
            </a:r>
            <a:br>
              <a:rPr lang="en-US" sz="2800" dirty="0"/>
            </a:br>
            <a:r>
              <a:rPr lang="en-US" sz="2800" dirty="0"/>
              <a:t>D4-harp</a:t>
            </a:r>
          </a:p>
        </p:txBody>
      </p:sp>
      <p:pic>
        <p:nvPicPr>
          <p:cNvPr id="13" name="Picture 12" descr="Chart, line chart&#10;&#10;Description automatically generated">
            <a:extLst>
              <a:ext uri="{FF2B5EF4-FFF2-40B4-BE49-F238E27FC236}">
                <a16:creationId xmlns:a16="http://schemas.microsoft.com/office/drawing/2014/main" id="{7DC44729-6F82-A648-9153-1434539F72E4}"/>
              </a:ext>
            </a:extLst>
          </p:cNvPr>
          <p:cNvPicPr>
            <a:picLocks noChangeAspect="1"/>
          </p:cNvPicPr>
          <p:nvPr/>
        </p:nvPicPr>
        <p:blipFill>
          <a:blip r:embed="rId3"/>
          <a:stretch>
            <a:fillRect/>
          </a:stretch>
        </p:blipFill>
        <p:spPr>
          <a:xfrm>
            <a:off x="6688959" y="1752558"/>
            <a:ext cx="4547777" cy="4637168"/>
          </a:xfrm>
          <a:prstGeom prst="rect">
            <a:avLst/>
          </a:prstGeom>
        </p:spPr>
      </p:pic>
      <p:sp>
        <p:nvSpPr>
          <p:cNvPr id="14" name="TextBox 13">
            <a:extLst>
              <a:ext uri="{FF2B5EF4-FFF2-40B4-BE49-F238E27FC236}">
                <a16:creationId xmlns:a16="http://schemas.microsoft.com/office/drawing/2014/main" id="{838ABE8B-BE29-554D-B5E4-94AD02DBA7AB}"/>
              </a:ext>
            </a:extLst>
          </p:cNvPr>
          <p:cNvSpPr txBox="1"/>
          <p:nvPr/>
        </p:nvSpPr>
        <p:spPr>
          <a:xfrm>
            <a:off x="7795828" y="6434730"/>
            <a:ext cx="4162425" cy="369332"/>
          </a:xfrm>
          <a:prstGeom prst="rect">
            <a:avLst/>
          </a:prstGeom>
          <a:noFill/>
        </p:spPr>
        <p:txBody>
          <a:bodyPr wrap="square" rtlCol="0">
            <a:spAutoFit/>
          </a:bodyPr>
          <a:lstStyle/>
          <a:p>
            <a:r>
              <a:rPr lang="en-US" dirty="0"/>
              <a:t>All trials included</a:t>
            </a:r>
          </a:p>
        </p:txBody>
      </p:sp>
    </p:spTree>
    <p:extLst>
      <p:ext uri="{BB962C8B-B14F-4D97-AF65-F5344CB8AC3E}">
        <p14:creationId xmlns:p14="http://schemas.microsoft.com/office/powerpoint/2010/main" val="25540252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FDDC3-0055-5844-B0DB-7BCBEA9236F9}"/>
              </a:ext>
            </a:extLst>
          </p:cNvPr>
          <p:cNvSpPr>
            <a:spLocks noGrp="1"/>
          </p:cNvSpPr>
          <p:nvPr>
            <p:ph type="title"/>
          </p:nvPr>
        </p:nvSpPr>
        <p:spPr>
          <a:xfrm>
            <a:off x="838200" y="365125"/>
            <a:ext cx="10515600" cy="492125"/>
          </a:xfrm>
        </p:spPr>
        <p:txBody>
          <a:bodyPr>
            <a:normAutofit fontScale="90000"/>
          </a:bodyPr>
          <a:lstStyle/>
          <a:p>
            <a:r>
              <a:rPr lang="en-US" dirty="0"/>
              <a:t>How about only participants id = 1,4,5,10,11 </a:t>
            </a:r>
          </a:p>
        </p:txBody>
      </p:sp>
      <p:pic>
        <p:nvPicPr>
          <p:cNvPr id="5" name="Picture 4" descr="Diagram&#10;&#10;Description automatically generated">
            <a:extLst>
              <a:ext uri="{FF2B5EF4-FFF2-40B4-BE49-F238E27FC236}">
                <a16:creationId xmlns:a16="http://schemas.microsoft.com/office/drawing/2014/main" id="{F334E219-F190-2846-9016-C83229A47925}"/>
              </a:ext>
            </a:extLst>
          </p:cNvPr>
          <p:cNvPicPr>
            <a:picLocks noChangeAspect="1"/>
          </p:cNvPicPr>
          <p:nvPr/>
        </p:nvPicPr>
        <p:blipFill>
          <a:blip r:embed="rId2"/>
          <a:stretch>
            <a:fillRect/>
          </a:stretch>
        </p:blipFill>
        <p:spPr>
          <a:xfrm>
            <a:off x="838200" y="1266825"/>
            <a:ext cx="4481513" cy="4569386"/>
          </a:xfrm>
          <a:prstGeom prst="rect">
            <a:avLst/>
          </a:prstGeom>
        </p:spPr>
      </p:pic>
      <p:pic>
        <p:nvPicPr>
          <p:cNvPr id="7" name="Picture 6" descr="Diagram&#10;&#10;Description automatically generated">
            <a:extLst>
              <a:ext uri="{FF2B5EF4-FFF2-40B4-BE49-F238E27FC236}">
                <a16:creationId xmlns:a16="http://schemas.microsoft.com/office/drawing/2014/main" id="{9AA77EBA-296C-E94B-AD85-E6B0EE160311}"/>
              </a:ext>
            </a:extLst>
          </p:cNvPr>
          <p:cNvPicPr>
            <a:picLocks noChangeAspect="1"/>
          </p:cNvPicPr>
          <p:nvPr/>
        </p:nvPicPr>
        <p:blipFill>
          <a:blip r:embed="rId3"/>
          <a:stretch>
            <a:fillRect/>
          </a:stretch>
        </p:blipFill>
        <p:spPr>
          <a:xfrm>
            <a:off x="6312750" y="1104435"/>
            <a:ext cx="4640999" cy="4731776"/>
          </a:xfrm>
          <a:prstGeom prst="rect">
            <a:avLst/>
          </a:prstGeom>
        </p:spPr>
      </p:pic>
      <p:sp>
        <p:nvSpPr>
          <p:cNvPr id="8" name="Title 1">
            <a:extLst>
              <a:ext uri="{FF2B5EF4-FFF2-40B4-BE49-F238E27FC236}">
                <a16:creationId xmlns:a16="http://schemas.microsoft.com/office/drawing/2014/main" id="{4B10F88F-E9DE-B549-8C94-91F21CB4A91F}"/>
              </a:ext>
            </a:extLst>
          </p:cNvPr>
          <p:cNvSpPr txBox="1">
            <a:spLocks/>
          </p:cNvSpPr>
          <p:nvPr/>
        </p:nvSpPr>
        <p:spPr>
          <a:xfrm>
            <a:off x="1381125" y="575356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a:t>A: animal; B: Tools; C: Kitchen equipment; D: Musical instrument</a:t>
            </a:r>
            <a:endParaRPr lang="en-US" sz="2800" dirty="0"/>
          </a:p>
        </p:txBody>
      </p:sp>
    </p:spTree>
    <p:extLst>
      <p:ext uri="{BB962C8B-B14F-4D97-AF65-F5344CB8AC3E}">
        <p14:creationId xmlns:p14="http://schemas.microsoft.com/office/powerpoint/2010/main" val="38517974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F0171-3569-A64D-93E6-0E7F86EC8C4B}"/>
              </a:ext>
            </a:extLst>
          </p:cNvPr>
          <p:cNvSpPr>
            <a:spLocks noGrp="1"/>
          </p:cNvSpPr>
          <p:nvPr>
            <p:ph type="title"/>
          </p:nvPr>
        </p:nvSpPr>
        <p:spPr>
          <a:xfrm>
            <a:off x="576262" y="180459"/>
            <a:ext cx="2405063" cy="1325563"/>
          </a:xfrm>
        </p:spPr>
        <p:txBody>
          <a:bodyPr>
            <a:noAutofit/>
          </a:bodyPr>
          <a:lstStyle/>
          <a:p>
            <a:r>
              <a:rPr lang="en-US" sz="2800" dirty="0"/>
              <a:t>A1-hamster</a:t>
            </a:r>
            <a:br>
              <a:rPr lang="en-US" sz="2800" dirty="0"/>
            </a:br>
            <a:r>
              <a:rPr lang="en-US" sz="2800" dirty="0"/>
              <a:t>A2-squirrel</a:t>
            </a:r>
            <a:br>
              <a:rPr lang="en-US" sz="2800" dirty="0"/>
            </a:br>
            <a:r>
              <a:rPr lang="en-US" sz="2800" dirty="0"/>
              <a:t>A3-deer</a:t>
            </a:r>
            <a:br>
              <a:rPr lang="en-US" sz="2800" dirty="0"/>
            </a:br>
            <a:r>
              <a:rPr lang="en-US" sz="2800" dirty="0"/>
              <a:t>A4-bear</a:t>
            </a:r>
          </a:p>
        </p:txBody>
      </p:sp>
      <p:sp>
        <p:nvSpPr>
          <p:cNvPr id="7" name="TextBox 6">
            <a:extLst>
              <a:ext uri="{FF2B5EF4-FFF2-40B4-BE49-F238E27FC236}">
                <a16:creationId xmlns:a16="http://schemas.microsoft.com/office/drawing/2014/main" id="{7B1716D2-16A6-8548-B4BF-6D9C8DE25E46}"/>
              </a:ext>
            </a:extLst>
          </p:cNvPr>
          <p:cNvSpPr txBox="1"/>
          <p:nvPr/>
        </p:nvSpPr>
        <p:spPr>
          <a:xfrm>
            <a:off x="1516473" y="6389726"/>
            <a:ext cx="4162425" cy="369332"/>
          </a:xfrm>
          <a:prstGeom prst="rect">
            <a:avLst/>
          </a:prstGeom>
          <a:noFill/>
        </p:spPr>
        <p:txBody>
          <a:bodyPr wrap="square" rtlCol="0">
            <a:spAutoFit/>
          </a:bodyPr>
          <a:lstStyle/>
          <a:p>
            <a:r>
              <a:rPr lang="en-US" dirty="0"/>
              <a:t>No response trials excluded </a:t>
            </a:r>
          </a:p>
        </p:txBody>
      </p:sp>
      <p:sp>
        <p:nvSpPr>
          <p:cNvPr id="8" name="Title 1">
            <a:extLst>
              <a:ext uri="{FF2B5EF4-FFF2-40B4-BE49-F238E27FC236}">
                <a16:creationId xmlns:a16="http://schemas.microsoft.com/office/drawing/2014/main" id="{4EFAA295-34E8-4441-9994-20C1C7ADC8E4}"/>
              </a:ext>
            </a:extLst>
          </p:cNvPr>
          <p:cNvSpPr txBox="1">
            <a:spLocks/>
          </p:cNvSpPr>
          <p:nvPr/>
        </p:nvSpPr>
        <p:spPr>
          <a:xfrm>
            <a:off x="2981325" y="180459"/>
            <a:ext cx="2405063" cy="13255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dirty="0"/>
              <a:t>B1-hammer</a:t>
            </a:r>
            <a:br>
              <a:rPr lang="en-US" sz="2800" dirty="0"/>
            </a:br>
            <a:r>
              <a:rPr lang="en-US" sz="2800" dirty="0"/>
              <a:t>B2-screwdriver</a:t>
            </a:r>
            <a:br>
              <a:rPr lang="en-US" sz="2800" dirty="0"/>
            </a:br>
            <a:r>
              <a:rPr lang="en-US" sz="2800" dirty="0"/>
              <a:t>B3-hoe</a:t>
            </a:r>
            <a:br>
              <a:rPr lang="en-US" sz="2800" dirty="0"/>
            </a:br>
            <a:r>
              <a:rPr lang="en-US" sz="2800" dirty="0"/>
              <a:t>B4-rake</a:t>
            </a:r>
          </a:p>
        </p:txBody>
      </p:sp>
      <p:sp>
        <p:nvSpPr>
          <p:cNvPr id="9" name="Title 1">
            <a:extLst>
              <a:ext uri="{FF2B5EF4-FFF2-40B4-BE49-F238E27FC236}">
                <a16:creationId xmlns:a16="http://schemas.microsoft.com/office/drawing/2014/main" id="{6A98E948-5C5D-A44C-B96F-C8756098B800}"/>
              </a:ext>
            </a:extLst>
          </p:cNvPr>
          <p:cNvSpPr txBox="1">
            <a:spLocks/>
          </p:cNvSpPr>
          <p:nvPr/>
        </p:nvSpPr>
        <p:spPr>
          <a:xfrm>
            <a:off x="5678898" y="180459"/>
            <a:ext cx="2405063" cy="13255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dirty="0"/>
              <a:t>C1-toaster</a:t>
            </a:r>
            <a:br>
              <a:rPr lang="en-US" sz="2800" dirty="0"/>
            </a:br>
            <a:r>
              <a:rPr lang="en-US" sz="2800" dirty="0"/>
              <a:t>C2-kettle</a:t>
            </a:r>
            <a:br>
              <a:rPr lang="en-US" sz="2800" dirty="0"/>
            </a:br>
            <a:r>
              <a:rPr lang="en-US" sz="2800" dirty="0"/>
              <a:t>C3-Oven</a:t>
            </a:r>
            <a:br>
              <a:rPr lang="en-US" sz="2800" dirty="0"/>
            </a:br>
            <a:r>
              <a:rPr lang="en-US" sz="2800" dirty="0"/>
              <a:t>C4-Dishwasher</a:t>
            </a:r>
          </a:p>
        </p:txBody>
      </p:sp>
      <p:sp>
        <p:nvSpPr>
          <p:cNvPr id="10" name="Title 1">
            <a:extLst>
              <a:ext uri="{FF2B5EF4-FFF2-40B4-BE49-F238E27FC236}">
                <a16:creationId xmlns:a16="http://schemas.microsoft.com/office/drawing/2014/main" id="{B43BE992-B8BC-B446-A3B3-D0E4C811F11B}"/>
              </a:ext>
            </a:extLst>
          </p:cNvPr>
          <p:cNvSpPr txBox="1">
            <a:spLocks/>
          </p:cNvSpPr>
          <p:nvPr/>
        </p:nvSpPr>
        <p:spPr>
          <a:xfrm>
            <a:off x="8674510" y="180459"/>
            <a:ext cx="2405063" cy="13255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dirty="0"/>
              <a:t>D1-harmonica</a:t>
            </a:r>
            <a:br>
              <a:rPr lang="en-US" sz="2800" dirty="0"/>
            </a:br>
            <a:r>
              <a:rPr lang="en-US" sz="2800" dirty="0"/>
              <a:t>D2-flute</a:t>
            </a:r>
            <a:br>
              <a:rPr lang="en-US" sz="2800" dirty="0"/>
            </a:br>
            <a:r>
              <a:rPr lang="en-US" sz="2800" dirty="0"/>
              <a:t>D3-guitar</a:t>
            </a:r>
            <a:br>
              <a:rPr lang="en-US" sz="2800" dirty="0"/>
            </a:br>
            <a:r>
              <a:rPr lang="en-US" sz="2800" dirty="0"/>
              <a:t>D4-harp</a:t>
            </a:r>
          </a:p>
        </p:txBody>
      </p:sp>
      <p:sp>
        <p:nvSpPr>
          <p:cNvPr id="14" name="TextBox 13">
            <a:extLst>
              <a:ext uri="{FF2B5EF4-FFF2-40B4-BE49-F238E27FC236}">
                <a16:creationId xmlns:a16="http://schemas.microsoft.com/office/drawing/2014/main" id="{838ABE8B-BE29-554D-B5E4-94AD02DBA7AB}"/>
              </a:ext>
            </a:extLst>
          </p:cNvPr>
          <p:cNvSpPr txBox="1"/>
          <p:nvPr/>
        </p:nvSpPr>
        <p:spPr>
          <a:xfrm>
            <a:off x="7795828" y="6434730"/>
            <a:ext cx="4162425" cy="369332"/>
          </a:xfrm>
          <a:prstGeom prst="rect">
            <a:avLst/>
          </a:prstGeom>
          <a:noFill/>
        </p:spPr>
        <p:txBody>
          <a:bodyPr wrap="square" rtlCol="0">
            <a:spAutoFit/>
          </a:bodyPr>
          <a:lstStyle/>
          <a:p>
            <a:r>
              <a:rPr lang="en-US" dirty="0"/>
              <a:t>All trials included</a:t>
            </a:r>
          </a:p>
        </p:txBody>
      </p:sp>
      <p:pic>
        <p:nvPicPr>
          <p:cNvPr id="11" name="Picture 10" descr="Chart, line chart&#10;&#10;Description automatically generated">
            <a:extLst>
              <a:ext uri="{FF2B5EF4-FFF2-40B4-BE49-F238E27FC236}">
                <a16:creationId xmlns:a16="http://schemas.microsoft.com/office/drawing/2014/main" id="{B2B3D125-F6B0-8B41-AE6B-BDAE856DF16E}"/>
              </a:ext>
            </a:extLst>
          </p:cNvPr>
          <p:cNvPicPr>
            <a:picLocks noChangeAspect="1"/>
          </p:cNvPicPr>
          <p:nvPr/>
        </p:nvPicPr>
        <p:blipFill>
          <a:blip r:embed="rId2"/>
          <a:stretch>
            <a:fillRect/>
          </a:stretch>
        </p:blipFill>
        <p:spPr>
          <a:xfrm>
            <a:off x="824051" y="1790600"/>
            <a:ext cx="4599126" cy="4599126"/>
          </a:xfrm>
          <a:prstGeom prst="rect">
            <a:avLst/>
          </a:prstGeom>
        </p:spPr>
      </p:pic>
      <p:pic>
        <p:nvPicPr>
          <p:cNvPr id="15" name="Picture 14" descr="Chart, line chart&#10;&#10;Description automatically generated">
            <a:extLst>
              <a:ext uri="{FF2B5EF4-FFF2-40B4-BE49-F238E27FC236}">
                <a16:creationId xmlns:a16="http://schemas.microsoft.com/office/drawing/2014/main" id="{718D42FE-47BF-7145-8709-0D5B82C07970}"/>
              </a:ext>
            </a:extLst>
          </p:cNvPr>
          <p:cNvPicPr>
            <a:picLocks noChangeAspect="1"/>
          </p:cNvPicPr>
          <p:nvPr/>
        </p:nvPicPr>
        <p:blipFill>
          <a:blip r:embed="rId3"/>
          <a:stretch>
            <a:fillRect/>
          </a:stretch>
        </p:blipFill>
        <p:spPr>
          <a:xfrm>
            <a:off x="6431372" y="1790600"/>
            <a:ext cx="4700588" cy="4712025"/>
          </a:xfrm>
          <a:prstGeom prst="rect">
            <a:avLst/>
          </a:prstGeom>
        </p:spPr>
      </p:pic>
    </p:spTree>
    <p:extLst>
      <p:ext uri="{BB962C8B-B14F-4D97-AF65-F5344CB8AC3E}">
        <p14:creationId xmlns:p14="http://schemas.microsoft.com/office/powerpoint/2010/main" val="262513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BDEAF-5534-9C48-B3D8-F9A9DC831D93}"/>
              </a:ext>
            </a:extLst>
          </p:cNvPr>
          <p:cNvSpPr>
            <a:spLocks noGrp="1"/>
          </p:cNvSpPr>
          <p:nvPr>
            <p:ph type="title"/>
          </p:nvPr>
        </p:nvSpPr>
        <p:spPr/>
        <p:txBody>
          <a:bodyPr/>
          <a:lstStyle/>
          <a:p>
            <a:r>
              <a:rPr lang="en-US" dirty="0"/>
              <a:t>What if my participants are not out of mind?</a:t>
            </a:r>
          </a:p>
        </p:txBody>
      </p:sp>
      <p:sp>
        <p:nvSpPr>
          <p:cNvPr id="3" name="Content Placeholder 2">
            <a:extLst>
              <a:ext uri="{FF2B5EF4-FFF2-40B4-BE49-F238E27FC236}">
                <a16:creationId xmlns:a16="http://schemas.microsoft.com/office/drawing/2014/main" id="{6922B01E-AD4F-374E-9E94-FE5C8EEC8AA3}"/>
              </a:ext>
            </a:extLst>
          </p:cNvPr>
          <p:cNvSpPr>
            <a:spLocks noGrp="1"/>
          </p:cNvSpPr>
          <p:nvPr>
            <p:ph idx="1"/>
          </p:nvPr>
        </p:nvSpPr>
        <p:spPr>
          <a:xfrm>
            <a:off x="838200" y="1595438"/>
            <a:ext cx="10515600" cy="5262562"/>
          </a:xfrm>
        </p:spPr>
        <p:txBody>
          <a:bodyPr>
            <a:normAutofit fontScale="77500" lnSpcReduction="20000"/>
          </a:bodyPr>
          <a:lstStyle/>
          <a:p>
            <a:r>
              <a:rPr lang="en-US" dirty="0"/>
              <a:t>Reference photo looks too big a suitcase? </a:t>
            </a:r>
          </a:p>
          <a:p>
            <a:pPr lvl="1"/>
            <a:r>
              <a:rPr lang="en-US" dirty="0"/>
              <a:t>Solution: smaller reference photo?</a:t>
            </a:r>
          </a:p>
          <a:p>
            <a:r>
              <a:rPr lang="en-US" dirty="0"/>
              <a:t>People still believe that animals should not be put into the suitcase?</a:t>
            </a:r>
          </a:p>
          <a:p>
            <a:pPr lvl="1"/>
            <a:r>
              <a:rPr lang="en-US" dirty="0"/>
              <a:t>Solution: make the instruction even more direct like ‘the task is not about what is allowed or should be put into the suitcase. It’s only about the size judgment. For example, fireworks are not </a:t>
            </a:r>
            <a:r>
              <a:rPr lang="en-US" i="1" dirty="0"/>
              <a:t>allowed</a:t>
            </a:r>
            <a:r>
              <a:rPr lang="en-US" dirty="0"/>
              <a:t> to be put into the carry-on bags but it’s </a:t>
            </a:r>
            <a:r>
              <a:rPr lang="en-US" b="1" dirty="0"/>
              <a:t>smaller</a:t>
            </a:r>
            <a:r>
              <a:rPr lang="en-US" dirty="0"/>
              <a:t> than the suitcase and thus </a:t>
            </a:r>
            <a:r>
              <a:rPr lang="en-US" b="1" dirty="0"/>
              <a:t>could</a:t>
            </a:r>
            <a:r>
              <a:rPr lang="en-US" dirty="0"/>
              <a:t> fit into the carry-on suitcase.’</a:t>
            </a:r>
            <a:br>
              <a:rPr lang="en-US" dirty="0"/>
            </a:br>
            <a:endParaRPr lang="en-US" dirty="0"/>
          </a:p>
          <a:p>
            <a:r>
              <a:rPr lang="en-US" dirty="0"/>
              <a:t>Previously tools are pretty good. But this time, they are the worst. Is it because they look small?</a:t>
            </a:r>
          </a:p>
          <a:p>
            <a:pPr lvl="1"/>
            <a:r>
              <a:rPr lang="en-US" dirty="0"/>
              <a:t>Solution: shrink all photos? </a:t>
            </a:r>
          </a:p>
          <a:p>
            <a:r>
              <a:rPr lang="en-US" dirty="0"/>
              <a:t>Kettles do pretty good last time. Is it because they look giant?</a:t>
            </a:r>
          </a:p>
          <a:p>
            <a:pPr lvl="1"/>
            <a:r>
              <a:rPr lang="en-US" dirty="0"/>
              <a:t>Solution: the same as the above</a:t>
            </a:r>
          </a:p>
          <a:p>
            <a:r>
              <a:rPr lang="en-US" dirty="0"/>
              <a:t>How come bears more difficult than dear to judge the size?</a:t>
            </a:r>
          </a:p>
          <a:p>
            <a:r>
              <a:rPr lang="en-US" dirty="0"/>
              <a:t>What if some pictures like harmonica, toaster, harp could not be recognized?</a:t>
            </a:r>
          </a:p>
          <a:p>
            <a:r>
              <a:rPr lang="en-US" dirty="0"/>
              <a:t>What if people do not know the size of a harp?</a:t>
            </a:r>
            <a:br>
              <a:rPr lang="en-US" dirty="0"/>
            </a:br>
            <a:br>
              <a:rPr lang="en-US" dirty="0"/>
            </a:br>
            <a:endParaRPr lang="en-US" dirty="0"/>
          </a:p>
          <a:p>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41287397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24FA52-B31C-7B40-B0DA-896DEEBBC564}"/>
              </a:ext>
            </a:extLst>
          </p:cNvPr>
          <p:cNvSpPr>
            <a:spLocks noGrp="1"/>
          </p:cNvSpPr>
          <p:nvPr>
            <p:ph type="title"/>
          </p:nvPr>
        </p:nvSpPr>
        <p:spPr>
          <a:xfrm>
            <a:off x="971550" y="422276"/>
            <a:ext cx="10729912" cy="820738"/>
          </a:xfrm>
        </p:spPr>
        <p:txBody>
          <a:bodyPr>
            <a:noAutofit/>
          </a:bodyPr>
          <a:lstStyle/>
          <a:p>
            <a:r>
              <a:rPr lang="en-US" sz="3600" dirty="0"/>
              <a:t>How to make participants take this experiment more seriously?</a:t>
            </a:r>
          </a:p>
        </p:txBody>
      </p:sp>
      <p:sp>
        <p:nvSpPr>
          <p:cNvPr id="3" name="Content Placeholder 2">
            <a:extLst>
              <a:ext uri="{FF2B5EF4-FFF2-40B4-BE49-F238E27FC236}">
                <a16:creationId xmlns:a16="http://schemas.microsoft.com/office/drawing/2014/main" id="{5D947763-FEE7-6B4D-B67F-3C9A0167A73B}"/>
              </a:ext>
            </a:extLst>
          </p:cNvPr>
          <p:cNvSpPr>
            <a:spLocks noGrp="1"/>
          </p:cNvSpPr>
          <p:nvPr>
            <p:ph idx="1"/>
          </p:nvPr>
        </p:nvSpPr>
        <p:spPr>
          <a:xfrm>
            <a:off x="1538287" y="1847851"/>
            <a:ext cx="9391650" cy="5010149"/>
          </a:xfrm>
        </p:spPr>
        <p:txBody>
          <a:bodyPr/>
          <a:lstStyle/>
          <a:p>
            <a:r>
              <a:rPr lang="en-US" dirty="0"/>
              <a:t>Worker qualification: 100 + accepted hits</a:t>
            </a:r>
          </a:p>
          <a:p>
            <a:r>
              <a:rPr lang="en-US" dirty="0"/>
              <a:t>Monetary motivation: performance is related to monetary compensation</a:t>
            </a:r>
          </a:p>
          <a:p>
            <a:r>
              <a:rPr lang="en-US" dirty="0"/>
              <a:t>Instruction #1:  warning the possibility of being rejected because we could detect scammer or random response</a:t>
            </a:r>
          </a:p>
          <a:p>
            <a:r>
              <a:rPr lang="en-US" dirty="0"/>
              <a:t>Instruction #2: warning the possibility of being rejected because of not passing the attention check test</a:t>
            </a:r>
          </a:p>
          <a:p>
            <a:r>
              <a:rPr lang="en-US" dirty="0"/>
              <a:t>SONA instead of </a:t>
            </a:r>
            <a:r>
              <a:rPr lang="en-US" dirty="0" err="1"/>
              <a:t>mTurk</a:t>
            </a:r>
            <a:r>
              <a:rPr lang="en-US" dirty="0"/>
              <a:t>?</a:t>
            </a:r>
          </a:p>
        </p:txBody>
      </p:sp>
    </p:spTree>
    <p:extLst>
      <p:ext uri="{BB962C8B-B14F-4D97-AF65-F5344CB8AC3E}">
        <p14:creationId xmlns:p14="http://schemas.microsoft.com/office/powerpoint/2010/main" val="9292039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9B494-7042-724F-A6A0-069BA47CA605}"/>
              </a:ext>
            </a:extLst>
          </p:cNvPr>
          <p:cNvSpPr>
            <a:spLocks noGrp="1"/>
          </p:cNvSpPr>
          <p:nvPr>
            <p:ph type="title"/>
          </p:nvPr>
        </p:nvSpPr>
        <p:spPr>
          <a:xfrm>
            <a:off x="838200" y="18255"/>
            <a:ext cx="10515600" cy="1325563"/>
          </a:xfrm>
        </p:spPr>
        <p:txBody>
          <a:bodyPr/>
          <a:lstStyle/>
          <a:p>
            <a:r>
              <a:rPr lang="en-US" dirty="0"/>
              <a:t>Next step</a:t>
            </a:r>
          </a:p>
        </p:txBody>
      </p:sp>
      <p:sp>
        <p:nvSpPr>
          <p:cNvPr id="3" name="Content Placeholder 2">
            <a:extLst>
              <a:ext uri="{FF2B5EF4-FFF2-40B4-BE49-F238E27FC236}">
                <a16:creationId xmlns:a16="http://schemas.microsoft.com/office/drawing/2014/main" id="{05021F47-2EFC-744D-A05C-1A3F40F11C08}"/>
              </a:ext>
            </a:extLst>
          </p:cNvPr>
          <p:cNvSpPr>
            <a:spLocks noGrp="1"/>
          </p:cNvSpPr>
          <p:nvPr>
            <p:ph idx="1"/>
          </p:nvPr>
        </p:nvSpPr>
        <p:spPr/>
        <p:txBody>
          <a:bodyPr/>
          <a:lstStyle/>
          <a:p>
            <a:r>
              <a:rPr lang="en-US" dirty="0"/>
              <a:t>Revise instructions</a:t>
            </a:r>
          </a:p>
          <a:p>
            <a:r>
              <a:rPr lang="en-US" dirty="0"/>
              <a:t>Move the script out of </a:t>
            </a:r>
            <a:r>
              <a:rPr lang="en-US" dirty="0" err="1"/>
              <a:t>Pavlovia</a:t>
            </a:r>
            <a:endParaRPr lang="en-US" dirty="0"/>
          </a:p>
          <a:p>
            <a:r>
              <a:rPr lang="en-US" dirty="0"/>
              <a:t>Add attention check trials in the memory test session</a:t>
            </a:r>
          </a:p>
          <a:p>
            <a:pPr lvl="1"/>
            <a:r>
              <a:rPr lang="en-US" dirty="0"/>
              <a:t>Plan: if see an image of a scene, press ‘R’</a:t>
            </a:r>
          </a:p>
          <a:p>
            <a:r>
              <a:rPr lang="en-US" dirty="0"/>
              <a:t>Add key press lock during the trial to avoid holding the keys or machine-press or random press</a:t>
            </a:r>
          </a:p>
        </p:txBody>
      </p:sp>
    </p:spTree>
    <p:extLst>
      <p:ext uri="{BB962C8B-B14F-4D97-AF65-F5344CB8AC3E}">
        <p14:creationId xmlns:p14="http://schemas.microsoft.com/office/powerpoint/2010/main" val="38297714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1785</TotalTime>
  <Words>492</Words>
  <Application>Microsoft Macintosh PowerPoint</Application>
  <PresentationFormat>Widescreen</PresentationFormat>
  <Paragraphs>51</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Calibri Light</vt:lpstr>
      <vt:lpstr>Office Theme</vt:lpstr>
      <vt:lpstr>Pilot data (2021.Jul 4 – Jul 5)</vt:lpstr>
      <vt:lpstr>Size-judgment-task: Is the study treated seriously? </vt:lpstr>
      <vt:lpstr>Clicker &amp; random pressing? Too fast response</vt:lpstr>
      <vt:lpstr>PowerPoint Presentation</vt:lpstr>
      <vt:lpstr>A: animal; B: Tools; C: Kitchen equipment; D: Musical instrument</vt:lpstr>
      <vt:lpstr>A1-hamster A2-squirrel A3-deer A4-bear</vt:lpstr>
      <vt:lpstr>How about only participants id = 1,4,5,10,11 </vt:lpstr>
      <vt:lpstr>A1-hamster A2-squirrel A3-deer A4-bear</vt:lpstr>
      <vt:lpstr>What if my participants are not out of mind?</vt:lpstr>
      <vt:lpstr>How to make participants take this experiment more seriously?</vt:lpstr>
      <vt:lpstr>Next step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Pilot data (2021.Jul 4 – Jul 5)</dc:title>
  <dc:creator>Chen, Lei</dc:creator>
  <cp:lastModifiedBy>Chen, Lei</cp:lastModifiedBy>
  <cp:revision>17</cp:revision>
  <dcterms:created xsi:type="dcterms:W3CDTF">2021-07-07T23:38:45Z</dcterms:created>
  <dcterms:modified xsi:type="dcterms:W3CDTF">2021-07-09T21:22:48Z</dcterms:modified>
</cp:coreProperties>
</file>