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7" r:id="rId10"/>
    <p:sldId id="268" r:id="rId11"/>
    <p:sldId id="262" r:id="rId12"/>
    <p:sldId id="263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/>
    <p:restoredTop sz="94670"/>
  </p:normalViewPr>
  <p:slideViewPr>
    <p:cSldViewPr snapToGrid="0" snapToObjects="1">
      <p:cViewPr varScale="1">
        <p:scale>
          <a:sx n="90" d="100"/>
          <a:sy n="90" d="100"/>
        </p:scale>
        <p:origin x="23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3942-4108-864B-B9A4-85B7A4074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EFB7-E980-DA49-AB2C-B03E8D30B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062C2-D585-6D45-A6ED-4B3110E8E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96D28-E060-3247-9705-71C59654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C10CC-4CB7-8C41-8B04-8675DE46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86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C0F4-ADEE-1540-8561-948D9927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D08F0-11CF-8E4A-9F5E-2D973C62C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89B1C-C4D9-924E-BE87-7E91917F2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75B99-6717-5247-B0EA-8203A138B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62636-999B-7D47-BE81-CAC256AC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5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4123-0DB8-8C42-9F75-609CFA03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2DA26-27CD-2C4A-9768-49909F33B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1E9D-ED63-E947-A8E1-80158614B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48824-65B1-DB4A-91C4-40C63C250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30C9E-7C49-7F4F-B4BE-0978B7527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10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C85F1-0059-A44D-9D3E-FC6C232E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51C9C-24F5-3240-91E6-A06A38416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AF8972-783B-8D44-9150-7F372062B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2E18C-F151-FC45-9229-6D35D0BE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6BD9B-0132-AA43-A8F1-5C53C2C65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92626-3A9D-5841-ADF8-254E8B8F9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98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9CE27-B0EC-F741-A7AD-7C62112C6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4FDB1-8EA7-BD49-AC0A-489DF0C43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4CF66-D004-FF45-9C0E-268700EC08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A9F2C-7EEC-6143-A2B4-643529BD12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80B37E-E3F5-A943-9D61-382D9BEF2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11D315-98F7-304E-A600-F5B8E33C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32300-6965-EA40-851A-638DA7B9A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5F4C9-77B6-1442-8002-B50573E1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31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46B7-3891-5D42-AC2D-D5778B0C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B82367-684D-9747-9BC9-3BF801076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BE6846-7811-DD4E-BD9A-C5870E32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1BB26F-9E7A-ED4C-BC07-FF4CC2108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246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9219EE-8B26-BF42-8F8A-D4BE74F0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D24946-3826-9F40-876E-7DEEA350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B38B9-E49F-134D-B9B2-B4D5B6FFA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4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78CC6-81E4-EF41-9B0D-E5141D0D6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EF0BB-ED19-B64A-A638-A2CE51A6D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AF5F-992E-1D43-9EC5-923BAF8E7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3AAE5-60DD-1C49-811D-B0617FA7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B53B5-19D7-354C-B809-BFAA0BEC1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1BAF7-E331-7B49-804F-47054955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06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14740-A67D-F847-9728-1F7C88086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DF762-4761-7B4C-B2D7-073AEABD0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4DAF1B-6ACA-484C-8F2D-DAA341CE7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DCC4D0-0F82-FC4E-A78F-44770B891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D7D61-0929-1443-9C78-BCC6AF90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66DFB-40E5-A449-95F6-B16642378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3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E57A-9F51-5D46-8B55-855A3FD97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C86CAA-DF13-1D49-9A4D-160D25DA0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A5902-9C4D-604E-B0CC-12074938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07B2B-4721-0A41-9EEB-0F18DF8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ACB6F-49A1-C44F-8B36-4D984F3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9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14167-D559-CE4A-A333-FEF545564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7638B-06FF-8C4D-85C1-9FDAED4AA4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DEEFE-571D-6147-BC4B-8B6F2C24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765A2-5AFE-4F42-9DD8-2EAC6C1DD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0C217-9654-8D45-A39B-060A80CC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7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7A1649-C7B0-AB4A-A55F-E8B3F0A4D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CE553-9E6B-0149-95C4-7B2A802AA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480F50-DC44-8A46-8BED-711752D83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D0B48-AB6D-F846-9379-7D1C9D1FD8C5}" type="datetimeFigureOut">
              <a:rPr lang="en-US" smtClean="0"/>
              <a:t>6/24/21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F407E1-5C68-D44A-9736-5BC6942CE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026CC-3519-394B-8A5F-27C7FD144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CEDFBE-FE35-E542-91CA-436EB2C76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8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image" Target="../media/image9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12BB2C-1989-8944-AB3A-7BF72CF2B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28" y="457201"/>
            <a:ext cx="7302341" cy="57007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AEECE0-2355-5F46-9E84-178DD24C5C40}"/>
              </a:ext>
            </a:extLst>
          </p:cNvPr>
          <p:cNvSpPr txBox="1"/>
          <p:nvPr/>
        </p:nvSpPr>
        <p:spPr>
          <a:xfrm>
            <a:off x="8243889" y="1114425"/>
            <a:ext cx="29146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Cover Task : size judgement.</a:t>
            </a:r>
          </a:p>
          <a:p>
            <a:r>
              <a:rPr lang="en-US" dirty="0"/>
              <a:t>If this could be put into a 20 inch carry-on suitcase?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F3437-C320-9646-AB2A-34426BDD9ED2}"/>
              </a:ext>
            </a:extLst>
          </p:cNvPr>
          <p:cNvSpPr txBox="1"/>
          <p:nvPr/>
        </p:nvSpPr>
        <p:spPr>
          <a:xfrm>
            <a:off x="8443914" y="2300288"/>
            <a:ext cx="23431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3-d length in 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C5C097-8875-5348-8BDD-E4F17F9AED9C}"/>
              </a:ext>
            </a:extLst>
          </p:cNvPr>
          <p:cNvSpPr txBox="1"/>
          <p:nvPr/>
        </p:nvSpPr>
        <p:spPr>
          <a:xfrm>
            <a:off x="8415338" y="3307557"/>
            <a:ext cx="2928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30s break in the middle</a:t>
            </a:r>
          </a:p>
          <a:p>
            <a:endParaRPr lang="en-US" dirty="0"/>
          </a:p>
          <a:p>
            <a:r>
              <a:rPr lang="en-US" dirty="0"/>
              <a:t>256 trials altogether</a:t>
            </a:r>
          </a:p>
        </p:txBody>
      </p:sp>
    </p:spTree>
    <p:extLst>
      <p:ext uri="{BB962C8B-B14F-4D97-AF65-F5344CB8AC3E}">
        <p14:creationId xmlns:p14="http://schemas.microsoft.com/office/powerpoint/2010/main" val="1009917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FC55-EDC7-224D-999F-65FB9208C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9C30E8D-3FC2-5F47-8591-2ADEE524A9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27905"/>
            <a:ext cx="5839230" cy="4558507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BB8B22-573C-2F4E-BA37-360AD2C44B66}"/>
              </a:ext>
            </a:extLst>
          </p:cNvPr>
          <p:cNvSpPr txBox="1"/>
          <p:nvPr/>
        </p:nvSpPr>
        <p:spPr>
          <a:xfrm>
            <a:off x="7729538" y="1690688"/>
            <a:ext cx="26717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 – </a:t>
            </a:r>
            <a:r>
              <a:rPr lang="en-US" dirty="0" err="1"/>
              <a:t>bluejay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r>
              <a:rPr lang="en-US" altLang="zh-CN" dirty="0"/>
              <a:t>A2</a:t>
            </a:r>
            <a:r>
              <a:rPr lang="zh-CN" altLang="en-US" dirty="0"/>
              <a:t> </a:t>
            </a:r>
            <a:r>
              <a:rPr lang="en-US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canary</a:t>
            </a:r>
          </a:p>
          <a:p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dirty="0"/>
              <a:t>A3 – peacock</a:t>
            </a:r>
          </a:p>
          <a:p>
            <a:endParaRPr lang="en-US" dirty="0"/>
          </a:p>
          <a:p>
            <a:r>
              <a:rPr lang="en-US" dirty="0"/>
              <a:t>A4 - Ostrich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DACF2F-D39D-6E4A-80C8-10E00080C994}"/>
              </a:ext>
            </a:extLst>
          </p:cNvPr>
          <p:cNvSpPr txBox="1"/>
          <p:nvPr/>
        </p:nvSpPr>
        <p:spPr>
          <a:xfrm>
            <a:off x="7858125" y="4257675"/>
            <a:ext cx="4200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Uncommon large bird?</a:t>
            </a:r>
          </a:p>
        </p:txBody>
      </p:sp>
    </p:spTree>
    <p:extLst>
      <p:ext uri="{BB962C8B-B14F-4D97-AF65-F5344CB8AC3E}">
        <p14:creationId xmlns:p14="http://schemas.microsoft.com/office/powerpoint/2010/main" val="409524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958A2-FAE0-1641-B512-0C0448E14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70203D-13D1-634E-950E-DA1DEDE8B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936" y="796131"/>
            <a:ext cx="6136123" cy="479028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CD33ED-455C-3441-83DA-9DE258C975DC}"/>
              </a:ext>
            </a:extLst>
          </p:cNvPr>
          <p:cNvSpPr txBox="1"/>
          <p:nvPr/>
        </p:nvSpPr>
        <p:spPr>
          <a:xfrm>
            <a:off x="7572375" y="1000125"/>
            <a:ext cx="3228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B1 – hare</a:t>
            </a:r>
          </a:p>
          <a:p>
            <a:endParaRPr lang="en-US" dirty="0"/>
          </a:p>
          <a:p>
            <a:r>
              <a:rPr lang="en-US" dirty="0"/>
              <a:t>B2 – fox</a:t>
            </a:r>
          </a:p>
          <a:p>
            <a:endParaRPr lang="en-US" dirty="0"/>
          </a:p>
          <a:p>
            <a:r>
              <a:rPr lang="en-US" dirty="0"/>
              <a:t>B3 – lion</a:t>
            </a:r>
          </a:p>
          <a:p>
            <a:endParaRPr lang="en-US" dirty="0"/>
          </a:p>
          <a:p>
            <a:r>
              <a:rPr lang="en-US" dirty="0"/>
              <a:t>B4 - deer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CB050-060B-C74A-9F25-D2455A50B4CE}"/>
              </a:ext>
            </a:extLst>
          </p:cNvPr>
          <p:cNvSpPr txBox="1"/>
          <p:nvPr/>
        </p:nvSpPr>
        <p:spPr>
          <a:xfrm>
            <a:off x="7929562" y="3729038"/>
            <a:ext cx="3424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hare could not be put the suitcase?</a:t>
            </a:r>
            <a:br>
              <a:rPr lang="en-US" dirty="0"/>
            </a:br>
            <a:r>
              <a:rPr lang="en-US" dirty="0"/>
              <a:t>Fox is not too much  larger than domestics cat</a:t>
            </a:r>
          </a:p>
        </p:txBody>
      </p:sp>
    </p:spTree>
    <p:extLst>
      <p:ext uri="{BB962C8B-B14F-4D97-AF65-F5344CB8AC3E}">
        <p14:creationId xmlns:p14="http://schemas.microsoft.com/office/powerpoint/2010/main" val="131472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4BC6-233F-6046-95E3-BC962EDFA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987674-959D-C94E-8E42-0D5203A2E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374" y="365124"/>
            <a:ext cx="7145761" cy="55784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E92CD9-291B-104F-9845-8449229D3974}"/>
              </a:ext>
            </a:extLst>
          </p:cNvPr>
          <p:cNvSpPr txBox="1"/>
          <p:nvPr/>
        </p:nvSpPr>
        <p:spPr>
          <a:xfrm>
            <a:off x="8772525" y="728663"/>
            <a:ext cx="25812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C1 – hammer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C2 – screwdriver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C3 – hoe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C4 - rake</a:t>
            </a:r>
          </a:p>
        </p:txBody>
      </p:sp>
    </p:spTree>
    <p:extLst>
      <p:ext uri="{BB962C8B-B14F-4D97-AF65-F5344CB8AC3E}">
        <p14:creationId xmlns:p14="http://schemas.microsoft.com/office/powerpoint/2010/main" val="2950432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A685-1E9A-9444-B1A0-9246584A0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283403-249C-9947-9919-319F19900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750" y="365125"/>
            <a:ext cx="6703472" cy="52331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D7C464-E232-4C4B-92D3-7A2A6717CB46}"/>
              </a:ext>
            </a:extLst>
          </p:cNvPr>
          <p:cNvSpPr txBox="1"/>
          <p:nvPr/>
        </p:nvSpPr>
        <p:spPr>
          <a:xfrm>
            <a:off x="8443913" y="571500"/>
            <a:ext cx="26717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D1 – mixer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D2 – kettle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D3 – oven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D4 - dishwasher</a:t>
            </a:r>
          </a:p>
        </p:txBody>
      </p:sp>
    </p:spTree>
    <p:extLst>
      <p:ext uri="{BB962C8B-B14F-4D97-AF65-F5344CB8AC3E}">
        <p14:creationId xmlns:p14="http://schemas.microsoft.com/office/powerpoint/2010/main" val="2848143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CCF3A-C014-CC47-ACF3-76658A82E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7692C3-6338-B94E-A6FD-68C324578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62" y="222250"/>
            <a:ext cx="7179313" cy="560466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8C9767-111E-C94B-A96F-5F4B050913A6}"/>
              </a:ext>
            </a:extLst>
          </p:cNvPr>
          <p:cNvSpPr txBox="1"/>
          <p:nvPr/>
        </p:nvSpPr>
        <p:spPr>
          <a:xfrm>
            <a:off x="8210550" y="222250"/>
            <a:ext cx="31432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Instructions give 3-d data with inches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reference photo at the beginning and middle break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concept selection:</a:t>
            </a:r>
            <a:br>
              <a:rPr lang="en-US" dirty="0"/>
            </a:br>
            <a:r>
              <a:rPr lang="en-US" dirty="0"/>
              <a:t>1. hammer screwdriver hoe rake </a:t>
            </a:r>
          </a:p>
          <a:p>
            <a:r>
              <a:rPr lang="en-US" dirty="0"/>
              <a:t>     2. toaster kettle oven  dishwasher </a:t>
            </a:r>
          </a:p>
          <a:p>
            <a:r>
              <a:rPr lang="en-US" dirty="0"/>
              <a:t>     3. bear deer squirrel hamster </a:t>
            </a:r>
          </a:p>
          <a:p>
            <a:r>
              <a:rPr lang="en-US" dirty="0"/>
              <a:t>     4. guitar, harp, flute, harmonica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58FC91-EA0D-2D46-809C-81A28E7A2343}"/>
              </a:ext>
            </a:extLst>
          </p:cNvPr>
          <p:cNvSpPr txBox="1"/>
          <p:nvPr/>
        </p:nvSpPr>
        <p:spPr>
          <a:xfrm>
            <a:off x="8324850" y="4704774"/>
            <a:ext cx="302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Category vs shared features?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0F864-0F53-B14A-876E-31A0AEFC352F}"/>
              </a:ext>
            </a:extLst>
          </p:cNvPr>
          <p:cNvSpPr txBox="1"/>
          <p:nvPr/>
        </p:nvSpPr>
        <p:spPr>
          <a:xfrm>
            <a:off x="8429625" y="5529263"/>
            <a:ext cx="2700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Longer exposure time?</a:t>
            </a:r>
          </a:p>
          <a:p>
            <a:r>
              <a:rPr lang="en-US" dirty="0"/>
              <a:t>Practice materials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897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54C9-431E-E44F-A6C6-BC1BDB078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Predicting or practice effect?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8FFEBC-887E-4443-9EE8-E291E3747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325563"/>
            <a:ext cx="6373027" cy="49752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F3DDA2-B1E0-0A4B-82B4-F4CE28006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479" y="1503362"/>
            <a:ext cx="6145274" cy="479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02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177AD-F906-F044-B233-00A8460F1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5B14D-83F0-A04A-9918-3B4F6ECDF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0D650D-EBAD-3040-83F7-5CA09B5DE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5122074" cy="5221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0056BA-138B-294A-A484-D8EE2F015F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539" y="342228"/>
            <a:ext cx="5166995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32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395A-4C3E-1544-BC4B-035F9330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0ABB2-5C3E-B044-AB93-AF34638E3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AF546C-6486-1547-BA14-55146415E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50" y="365125"/>
            <a:ext cx="5484676" cy="5591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C6D6D5-E425-314E-AD41-BBC505EBC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976" y="365125"/>
            <a:ext cx="5419271" cy="552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55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0C25-97AA-3F45-8630-2E0B8FED1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A2D43-19A0-7D45-A993-CF67618FF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707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09BE8-4C4C-DB44-B2EA-D4ACD89D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B4FD9D-0FCA-A246-8FC0-B03DDF6C4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7472140" cy="5833269"/>
          </a:xfrm>
        </p:spPr>
      </p:pic>
    </p:spTree>
    <p:extLst>
      <p:ext uri="{BB962C8B-B14F-4D97-AF65-F5344CB8AC3E}">
        <p14:creationId xmlns:p14="http://schemas.microsoft.com/office/powerpoint/2010/main" val="1405544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4105A-F56B-014E-A56B-061F27521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311CF9-BA1B-DE45-AF2B-84E66CD61A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6842125" cy="5341436"/>
          </a:xfrm>
        </p:spPr>
      </p:pic>
    </p:spTree>
    <p:extLst>
      <p:ext uri="{BB962C8B-B14F-4D97-AF65-F5344CB8AC3E}">
        <p14:creationId xmlns:p14="http://schemas.microsoft.com/office/powerpoint/2010/main" val="482709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3D35F-235E-D94D-BBCD-DE3D13A5E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7D5674-E340-EA43-AFCF-AF8B81EB2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027906"/>
            <a:ext cx="6388279" cy="4987132"/>
          </a:xfrm>
        </p:spPr>
      </p:pic>
    </p:spTree>
    <p:extLst>
      <p:ext uri="{BB962C8B-B14F-4D97-AF65-F5344CB8AC3E}">
        <p14:creationId xmlns:p14="http://schemas.microsoft.com/office/powerpoint/2010/main" val="1653148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1937</TotalTime>
  <Words>169</Words>
  <Application>Microsoft Macintosh PowerPoint</Application>
  <PresentationFormat>Widescreen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Predicting or practice effect?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Chen, Lei</dc:creator>
  <cp:lastModifiedBy>Chen, Lei</cp:lastModifiedBy>
  <cp:revision>4</cp:revision>
  <dcterms:created xsi:type="dcterms:W3CDTF">2021-06-24T18:53:54Z</dcterms:created>
  <dcterms:modified xsi:type="dcterms:W3CDTF">2021-06-26T03:11:41Z</dcterms:modified>
</cp:coreProperties>
</file>