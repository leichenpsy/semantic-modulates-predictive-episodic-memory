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 snapToObjects="1">
      <p:cViewPr>
        <p:scale>
          <a:sx n="113" d="100"/>
          <a:sy n="113" d="100"/>
        </p:scale>
        <p:origin x="52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FA4C-1777-E74E-A52C-34BE9B18A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548D7-C346-2040-B090-FC59018D5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7F2C4-F0A8-A44E-9FCE-CDFD97C8F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6AD0F-E338-8845-B217-667B6E6B0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98B55-3F3E-BF40-90DD-A487D2F33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8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7ACB-01BE-7847-B978-DDE0DDA3F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83D5-B713-0D4F-A548-5074A3F00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47D4D-4FBF-6640-92D9-C97EF0498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5A81D-8128-B140-AE62-AF9F7C8B9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D80B4-CC92-1248-8287-343E10CD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48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05683-3D98-A648-BC6A-33A85712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26BAD-5738-C142-8F14-784C41187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63472-6C03-494D-B4F3-D8ED37F2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2F9A-CF4E-4F41-BDDA-41EB0D814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FAFF-DAAC-7541-B5D7-CBFB90E46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2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C06A-411E-7B45-9649-5ADD1504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9BAE9-C603-BF4E-9CF4-DF45BDBF8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A2953-2BCB-134A-98C8-29201E6B3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99689-C709-4E40-A7F2-9F435B14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814BC-BA28-8947-B90E-3F458097C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742E-89EB-354D-9B75-B85F625A4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8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8CFB0-B3B7-CB43-8E81-4A8D718E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9BA67-402B-9F49-A72B-2935EDE46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97642-AFA6-1043-B56E-D6FCD0EE2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5F9B5-40F6-AB48-B228-54C314697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1434E-5EA3-1C4D-8297-BC2F45AEC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2E89B-029E-2D44-B090-FF27C452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D11E-9865-E141-900B-9AD056B1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27E683-504D-0243-BD81-B5BB461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16879-173C-DD47-A073-83A5E46FD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3F670-5A1D-3249-AD89-4B62D785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8A86B-7FA7-A84C-BFF7-A49A0681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39046-257B-7440-BE69-F7137994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2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6A6B3-F6A2-8848-94A1-6AEF717FC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73ECF-23A5-3F43-AB97-FB15D1A4C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C10AD-F97F-9C4A-BC30-A8B717B5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6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5759-17A0-CF44-8AA3-6C00E14F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80F75-F9F6-564C-BCFA-4BBF6037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F8CCC-82F1-EA4D-812E-F96F6AE8B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C7E8C-8F25-7F4E-AE0A-8FD0C4E1E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E7E7-F642-6543-9822-0888567F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E09CE-4514-544A-BD28-019768C5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2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9227-74B7-A645-9B96-D85E5ABF4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E6D323-E66B-1B4C-9525-A25031DA7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076D7-B2F6-7D43-9B4E-0976FA649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4D863-E071-FD44-B8C5-EB81701CA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6E4C2-2157-3146-8078-B2CD52F7F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27D4E-1510-754D-A08E-7462C603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9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1FE6D-C100-2846-BB34-0C41602D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F2946-74C0-C04B-A132-5F3A5CC02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9EF41-7A59-CE4B-A501-1E9078925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5A629-47B1-FB45-84E8-EC5B50562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4F23D-E7AD-0C45-B70E-9902C82A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51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BD60EB-2717-DD4C-A30E-F4F91A2D0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CE952-9E98-4243-ADF5-E4175FA7E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0BEEC-AD1F-CF48-A875-DE5F25A4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8ECBD-D464-9848-A9E2-17F6444D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7C116-E4D5-D848-9851-7DD49A0C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4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F4935-FE40-2149-ABDF-96A619675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A817F-2D14-5A45-88FD-9D532F85B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A4C87-2A43-C046-AE15-054DD4A94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36B3B-4020-0547-AB17-13D8B61D1FDD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ED36E-990E-9A46-94EA-18D0D088E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15679-B67F-C344-BAE0-339D9D1D3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65BDE-6784-B64D-B106-C2E6AFFA9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7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8FE1-0597-614F-9965-510387C0F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E5378-B395-354F-81DD-FC156CDA3A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7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BCA0-D74F-EA40-ADDD-9FCFB09B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934700" cy="516618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level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 Task Acc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 = 47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66FFB-7838-7A4F-91A8-AD55C6AB0BB0}"/>
              </a:ext>
            </a:extLst>
          </p:cNvPr>
          <p:cNvSpPr txBox="1"/>
          <p:nvPr/>
        </p:nvSpPr>
        <p:spPr>
          <a:xfrm>
            <a:off x="8686800" y="924339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4 quartiles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75EB1B-44CD-584A-8C8B-D321E0083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49" y="1528831"/>
            <a:ext cx="5131851" cy="39402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734E27-6C68-D340-9002-2E90AEF800D9}"/>
              </a:ext>
            </a:extLst>
          </p:cNvPr>
          <p:cNvSpPr txBox="1"/>
          <p:nvPr/>
        </p:nvSpPr>
        <p:spPr>
          <a:xfrm>
            <a:off x="1132115" y="5512711"/>
            <a:ext cx="3988592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Sum Sq  Mean Sq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0.031451 0.031451     1 326.07   1.410 0.2359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semanticSimilarity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0.018892 0.018892     1 350.40   0.847 0.3580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type:semanticSimilarity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0.050680 0.050680     1 326.07   2.272 0.1327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C8DFD5-7B47-3B4C-97C1-EA7DB672D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735" y="1305488"/>
            <a:ext cx="5291407" cy="4062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438D8C-FE88-9142-81A0-9E763390B7D9}"/>
              </a:ext>
            </a:extLst>
          </p:cNvPr>
          <p:cNvSpPr txBox="1"/>
          <p:nvPr/>
        </p:nvSpPr>
        <p:spPr>
          <a:xfrm>
            <a:off x="7707086" y="5423453"/>
            <a:ext cx="32431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Sum Sq Mean Sq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  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    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                   0.71785 0.71785     1 1450.0 16.8432 4.286e-05 ***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  0.01108 0.01108     1 1450.0  0.2600    0.6102    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semanticSimilarity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0.00356 0.00356     1 1459.7  0.0835    0.7727    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q:type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0.00187 0.00187     1 1450.0  0.0440    0.8339    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q:semanticSimilarity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0.00292 0.00292     1 1450.0  0.0685    0.7936    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type:semanticSimilarity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0.00957 0.00957     1 1450.0  0.2246    0.6357    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q:type:semanticSimilarity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0.00887 0.00887     1 1450.0  0.2082    0.6483 </a:t>
            </a:r>
          </a:p>
        </p:txBody>
      </p:sp>
    </p:spTree>
    <p:extLst>
      <p:ext uri="{BB962C8B-B14F-4D97-AF65-F5344CB8AC3E}">
        <p14:creationId xmlns:p14="http://schemas.microsoft.com/office/powerpoint/2010/main" val="2964652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BF6577-F1F1-F049-89AE-B587CACF5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155"/>
            <a:ext cx="10934700" cy="516618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level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 Task 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 = 47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4B4F84-A6EB-D742-8C32-85FBC42B2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1" y="1110344"/>
            <a:ext cx="5118173" cy="39297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B91E12-8B68-1B45-B57D-3CBD17FC8735}"/>
              </a:ext>
            </a:extLst>
          </p:cNvPr>
          <p:cNvSpPr txBox="1"/>
          <p:nvPr/>
        </p:nvSpPr>
        <p:spPr>
          <a:xfrm>
            <a:off x="1124959" y="5297533"/>
            <a:ext cx="4022255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Sum Sq Mean Sq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  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  139.5   139.5     1 325.98  0.0390 0.84363  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semanticSimilarity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11861.9 11861.9     1 337.88  3.3131 0.06961 .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type:semanticSimilarity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10478.5 10478.5     1 325.98  2.9267 0.08808 .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436013-9222-1849-B033-96ECE6845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855" y="849209"/>
            <a:ext cx="5458279" cy="41908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47A8C0-F4A5-4341-9A06-1E679B0F780D}"/>
              </a:ext>
            </a:extLst>
          </p:cNvPr>
          <p:cNvSpPr txBox="1"/>
          <p:nvPr/>
        </p:nvSpPr>
        <p:spPr>
          <a:xfrm>
            <a:off x="7358744" y="5252017"/>
            <a:ext cx="3567002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Sum Sq Mean Sq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  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    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    2342    2342     1 1432.3  0.3779   0.53884    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                   208248  208248     1 1432.2 33.5975 8.324e-09 ***</a:t>
            </a:r>
          </a:p>
          <a:p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semanticSimilarity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0       0     1 1436.3  0.0000   0.99973    </a:t>
            </a:r>
          </a:p>
          <a:p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type:q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1199    1199     1 1432.2  0.1935   0.66010    </a:t>
            </a:r>
          </a:p>
          <a:p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type:semanticSimilarity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21847   21847     1 1432.2  3.5246   0.06067 .  </a:t>
            </a:r>
          </a:p>
          <a:p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q:semanticSimilarity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11540   11540     1 1432.1  1.8617   0.17264    </a:t>
            </a:r>
          </a:p>
          <a:p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type:q:semanticSimilarity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2587    2587     1 1432.1  0.4174   0.51833 </a:t>
            </a:r>
          </a:p>
        </p:txBody>
      </p:sp>
    </p:spTree>
    <p:extLst>
      <p:ext uri="{BB962C8B-B14F-4D97-AF65-F5344CB8AC3E}">
        <p14:creationId xmlns:p14="http://schemas.microsoft.com/office/powerpoint/2010/main" val="336611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0BD6DF3-26D2-A642-AE99-8478AB761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4419"/>
            <a:ext cx="10934700" cy="516618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level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Task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Hit_Rate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 = 47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B56C9-60D8-3F4C-8B86-29A85FAB6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48" y="1005882"/>
            <a:ext cx="5388914" cy="4137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2ACBC8-ECC9-9544-A331-5C45982325B6}"/>
              </a:ext>
            </a:extLst>
          </p:cNvPr>
          <p:cNvSpPr txBox="1"/>
          <p:nvPr/>
        </p:nvSpPr>
        <p:spPr>
          <a:xfrm>
            <a:off x="1233159" y="5318125"/>
            <a:ext cx="397416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Sum Sq   Mean Sq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0.0269387 0.0269387     1 326.02  0.8705 0.3515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semanticSimilarity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0.0110098 0.0110098     1 337.33  0.3558 0.5513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type:semanticSimilarity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0.0017852 0.0017852     1 326.02  0.0577 0.8103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A34B56-7C80-0743-B5DE-B59E1DAF3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81037"/>
            <a:ext cx="5701825" cy="43778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4AC9F7-F8CE-DB41-9DE4-09DDA6BAE7F1}"/>
              </a:ext>
            </a:extLst>
          </p:cNvPr>
          <p:cNvSpPr txBox="1"/>
          <p:nvPr/>
        </p:nvSpPr>
        <p:spPr>
          <a:xfrm>
            <a:off x="7763736" y="5143500"/>
            <a:ext cx="31951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Sum Sq  Mean Sq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  0.001600 0.001600     1 1450.0  0.0225 0.8808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                   0.002645 0.002645     1 1450.0  0.0372 0.8471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semanticSimilarity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0.068467 0.068467     1 1455.2  0.9627 0.3267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type:q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0.036335 0.036335     1 1450.0  0.5109 0.4749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type:semanticSimilarity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0.027366 0.027366     1 1450.0  0.3848 0.5352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q:semanticSimilarity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0.142302 0.142302     1 1450.0  2.0008 0.1574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type:q:semanticSimilarity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0.020571 0.020571     1 1450.0  0.2892 0.5908</a:t>
            </a:r>
          </a:p>
        </p:txBody>
      </p:sp>
    </p:spTree>
    <p:extLst>
      <p:ext uri="{BB962C8B-B14F-4D97-AF65-F5344CB8AC3E}">
        <p14:creationId xmlns:p14="http://schemas.microsoft.com/office/powerpoint/2010/main" val="2562462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3BC3E5-AAFF-0040-BAE0-74751B3D2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4419"/>
            <a:ext cx="10934700" cy="516618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level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Task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Fa_Rate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dprime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 = 47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235ECB-58D6-334C-BC8F-BDF48A3C2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00811"/>
            <a:ext cx="4835496" cy="37127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B3D4C9-91F1-DA47-AF67-C3DFEC27C788}"/>
              </a:ext>
            </a:extLst>
          </p:cNvPr>
          <p:cNvSpPr txBox="1"/>
          <p:nvPr/>
        </p:nvSpPr>
        <p:spPr>
          <a:xfrm>
            <a:off x="1289389" y="4919215"/>
            <a:ext cx="394210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Sum Sq  Mean Sq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 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0.079719 0.079719     1 326.01  3.7743 0.05291 .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semanticSimilarity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0.000520 0.000520     1 335.08  0.0246 0.87536  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type:semanticSimilarity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0.010654 0.010654     1 326.01  0.5044 0.47808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2C5A38-69FD-C54A-A40C-CC69C806C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49" y="896257"/>
            <a:ext cx="5070475" cy="38931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5D421E-059C-AF40-BABC-26BE84DD7080}"/>
              </a:ext>
            </a:extLst>
          </p:cNvPr>
          <p:cNvSpPr txBox="1"/>
          <p:nvPr/>
        </p:nvSpPr>
        <p:spPr>
          <a:xfrm>
            <a:off x="6615767" y="5004597"/>
            <a:ext cx="4022255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Sum Sq  Mean Sq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0.036134 0.036134     1 326.08  0.1325 0.7161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semanticSimilarity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0.047016 0.047016     1 353.38  0.1724 0.6783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type:semanticSimilarity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0.076925 0.076925     1 326.08  0.2820 0.5957</a:t>
            </a:r>
          </a:p>
        </p:txBody>
      </p:sp>
    </p:spTree>
    <p:extLst>
      <p:ext uri="{BB962C8B-B14F-4D97-AF65-F5344CB8AC3E}">
        <p14:creationId xmlns:p14="http://schemas.microsoft.com/office/powerpoint/2010/main" val="371122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795764-95D7-1546-97D5-5E8D29C2E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4" y="1179627"/>
            <a:ext cx="6805612" cy="522536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E2CB31B-DCB2-D248-B586-C679C03F4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4419"/>
            <a:ext cx="10934700" cy="516618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level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Task.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47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D78D7-ADCA-9C49-BA0C-32840A54DD90}"/>
              </a:ext>
            </a:extLst>
          </p:cNvPr>
          <p:cNvSpPr txBox="1"/>
          <p:nvPr/>
        </p:nvSpPr>
        <p:spPr>
          <a:xfrm>
            <a:off x="7415894" y="2567226"/>
            <a:ext cx="61007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Sum Sq  Mean Sq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semanticSimilarity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0.032506 0.032506     1 539.70  0.5587 0.4551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scrambleType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0.075772 0.037886     2 512.01  0.6511 0.5219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semanticSimilarity:scrambleType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0.074919 0.037459     2 512.01  0.6438 0.5257</a:t>
            </a:r>
          </a:p>
        </p:txBody>
      </p:sp>
    </p:spTree>
    <p:extLst>
      <p:ext uri="{BB962C8B-B14F-4D97-AF65-F5344CB8AC3E}">
        <p14:creationId xmlns:p14="http://schemas.microsoft.com/office/powerpoint/2010/main" val="3060929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E53A-99B4-0141-8DD3-6F703B9E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level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SLP.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47 </a:t>
            </a:r>
            <a:endParaRPr lang="en-US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70B982-8978-F444-9E6B-34BF598AE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650" y="1419225"/>
            <a:ext cx="6313488" cy="484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3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DE0B92-3EB2-D24D-B93B-46B7F82CE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49" y="1368423"/>
            <a:ext cx="6312357" cy="484663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6199A2B-3062-534C-8F33-C274C97C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4419"/>
            <a:ext cx="10934700" cy="51661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Task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Hit_rate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47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099B6-4376-AA4C-A5C7-F963743B9909}"/>
              </a:ext>
            </a:extLst>
          </p:cNvPr>
          <p:cNvSpPr txBox="1"/>
          <p:nvPr/>
        </p:nvSpPr>
        <p:spPr>
          <a:xfrm>
            <a:off x="7433693" y="2314414"/>
            <a:ext cx="41296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Sum Sq  Mean Sq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 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 0.089155 0.089155     1 322.11  2.8921 0.08998 .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0.003217 0.003217     1 324.63  0.1043 0.74688  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meanSLP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0.082737 0.082737     1 357.83  2.6839 0.10225  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0.002231 0.002231     1 322.11  0.0724 0.78807  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type:meanSLP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0.010250 0.010250     1 322.11  0.3325 0.56460  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predictType:meanSLP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0.024653 0.024653     1 354.53  0.7997 0.37179  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type:predictType:meanSLP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0.029830 0.029830     1 322.11  0.9676 0.32601 </a:t>
            </a:r>
          </a:p>
        </p:txBody>
      </p:sp>
    </p:spTree>
    <p:extLst>
      <p:ext uri="{BB962C8B-B14F-4D97-AF65-F5344CB8AC3E}">
        <p14:creationId xmlns:p14="http://schemas.microsoft.com/office/powerpoint/2010/main" val="3520268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B5092A-9036-B44D-8E81-6A79AE4F5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4" y="869372"/>
            <a:ext cx="6667418" cy="511925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9F743B8-6280-9D4D-970B-09111C96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4419"/>
            <a:ext cx="10934700" cy="51661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Task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Fa_rate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47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615CDE-CC75-874B-8F16-DE17737C05AD}"/>
              </a:ext>
            </a:extLst>
          </p:cNvPr>
          <p:cNvSpPr txBox="1"/>
          <p:nvPr/>
        </p:nvSpPr>
        <p:spPr>
          <a:xfrm>
            <a:off x="7537539" y="2586038"/>
            <a:ext cx="42258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Sum Sq  Mean Sq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 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  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 0.138553 0.138553     1 322.12  6.7397 0.009861 **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0.005079 0.005079     1 324.13  0.2470 0.619501   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meanSLP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0.000019 0.000019     1 351.97  0.0009 0.976060   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0.002168 0.002168     1 322.12  0.1055 0.745579   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type:meanSLP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0.168398 0.168398     1 322.12  8.1914 0.004484 **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predictType:meanSLP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0.017215 0.017215     1 348.85  0.8374 0.360778   </a:t>
            </a:r>
          </a:p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type:predictType:meanSLP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0.076097 0.076097     1 322.12  3.7016 0.055241 .</a:t>
            </a:r>
          </a:p>
        </p:txBody>
      </p:sp>
    </p:spTree>
    <p:extLst>
      <p:ext uri="{BB962C8B-B14F-4D97-AF65-F5344CB8AC3E}">
        <p14:creationId xmlns:p14="http://schemas.microsoft.com/office/powerpoint/2010/main" val="3227169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A8D0A8-D207-3F4A-B944-344C5A3D0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4419"/>
            <a:ext cx="10934700" cy="51661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Task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dprime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47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6664D-F169-B449-9E4B-9E9DB5EC5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6" y="1439863"/>
            <a:ext cx="6488987" cy="4982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644491-E94E-A242-902F-862C8B75447D}"/>
              </a:ext>
            </a:extLst>
          </p:cNvPr>
          <p:cNvSpPr txBox="1"/>
          <p:nvPr/>
        </p:nvSpPr>
        <p:spPr>
          <a:xfrm>
            <a:off x="7043738" y="2176665"/>
            <a:ext cx="47413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Sum Sq Mean Sq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 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 0.04143 0.04143     1 320.27  0.1543 0.69470  </a:t>
            </a:r>
          </a:p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0.00061 0.00061     1 325.65  0.0023 0.96201  </a:t>
            </a:r>
          </a:p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meanSLP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0.64010 0.64010     1 363.15  2.3843 0.12343  </a:t>
            </a:r>
          </a:p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0.00067 0.00067     1 320.27  0.0025 0.96030  </a:t>
            </a:r>
          </a:p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type:meanSLP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1.15020 1.15020     1 320.27  4.2844 0.03926 *</a:t>
            </a:r>
          </a:p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predictType:meanSLP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0.01637 0.01637     1 366.81  0.0610 0.80512  </a:t>
            </a:r>
          </a:p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type:predictType:meanSLP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0.31149 0.31149     1 320.27  1.1603 0.28222 </a:t>
            </a:r>
          </a:p>
        </p:txBody>
      </p:sp>
    </p:spTree>
    <p:extLst>
      <p:ext uri="{BB962C8B-B14F-4D97-AF65-F5344CB8AC3E}">
        <p14:creationId xmlns:p14="http://schemas.microsoft.com/office/powerpoint/2010/main" val="1052410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4DC162-620B-5646-9BFA-7C5ECDBFB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4419"/>
            <a:ext cx="10934700" cy="51661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Task.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47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7983F-E2C9-6240-B02D-9AB744A67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13" y="1039813"/>
            <a:ext cx="6963646" cy="5346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993B4E-7AA2-3D46-A8FB-6D80B35CB849}"/>
              </a:ext>
            </a:extLst>
          </p:cNvPr>
          <p:cNvSpPr txBox="1"/>
          <p:nvPr/>
        </p:nvSpPr>
        <p:spPr>
          <a:xfrm>
            <a:off x="7459614" y="2486026"/>
            <a:ext cx="4732386" cy="1546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Sum Sq  Mean Sq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scrambleType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0.252993 0.126497     2 505.40  2.1776 0.1144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pairCaType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0.000366 0.000366     1 511.77  0.0063 0.9367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meanSLP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0.007878 0.007878     1 542.72  0.1356 0.7128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scrambleType:pairCaType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0.126331 0.063165     2 505.40  1.0874 0.3379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scrambleType:meanSLP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0.099315 0.049657     2 505.40  0.8548 0.4260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pairCaType:meanSLP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0.124803 0.124803     1 548.65  2.1484 0.1433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scrambleType:pairCaType:meanSLP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0.168925 0.084462     2 505.40  1.4540 0.2346</a:t>
            </a:r>
          </a:p>
        </p:txBody>
      </p:sp>
    </p:spTree>
    <p:extLst>
      <p:ext uri="{BB962C8B-B14F-4D97-AF65-F5344CB8AC3E}">
        <p14:creationId xmlns:p14="http://schemas.microsoft.com/office/powerpoint/2010/main" val="2482931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F5C603-1923-D54E-937D-C8A884ED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4419"/>
            <a:ext cx="10934700" cy="516618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test Score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Task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Hit_rate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47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B478E-9B95-3340-9365-90576BA17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13" y="776287"/>
            <a:ext cx="6909890" cy="5305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A815E2-3F98-7D45-8FD4-8AB63E213948}"/>
              </a:ext>
            </a:extLst>
          </p:cNvPr>
          <p:cNvSpPr txBox="1"/>
          <p:nvPr/>
        </p:nvSpPr>
        <p:spPr>
          <a:xfrm>
            <a:off x="7572375" y="2471738"/>
            <a:ext cx="36134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Sum Sq  Mean Sq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  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        0.011154 0.011154     1 322.08  0.3665 0.54535  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0.004775 0.004775     1 351.00  0.1569 0.69227  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meanPredictAcc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0.180840 0.180840     1 355.91  5.9418 0.01527 *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0.034371 0.034371     1 322.08  1.1293 0.28872  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type:meanPredictAcc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0.033055 0.033055     1 322.08  1.0861 0.29812  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predictType:meanPredictAcc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0.001949 0.001949     1 352.33  0.0640 0.80036  </a:t>
            </a:r>
          </a:p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type:predictType:meanPredictAcc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0.035960 0.035960     1 322.08  1.1815 0.27786 </a:t>
            </a:r>
          </a:p>
        </p:txBody>
      </p:sp>
    </p:spTree>
    <p:extLst>
      <p:ext uri="{BB962C8B-B14F-4D97-AF65-F5344CB8AC3E}">
        <p14:creationId xmlns:p14="http://schemas.microsoft.com/office/powerpoint/2010/main" val="819197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8A040E-97CB-CD40-8BBC-0FD035799B58}"/>
              </a:ext>
            </a:extLst>
          </p:cNvPr>
          <p:cNvSpPr txBox="1"/>
          <p:nvPr/>
        </p:nvSpPr>
        <p:spPr>
          <a:xfrm>
            <a:off x="1197769" y="240268"/>
            <a:ext cx="925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test Score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Task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Fa_rate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47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06D00F-6AC5-1E47-93B7-D96844364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1139824"/>
            <a:ext cx="6312355" cy="48466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398F98-52B5-A246-ACEE-4384051209C1}"/>
              </a:ext>
            </a:extLst>
          </p:cNvPr>
          <p:cNvSpPr txBox="1"/>
          <p:nvPr/>
        </p:nvSpPr>
        <p:spPr>
          <a:xfrm>
            <a:off x="7229475" y="2243138"/>
            <a:ext cx="4682692" cy="1546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Sum Sq  Mean Sq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  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        0.013001 0.013001     1 321.47  0.6252 0.42972  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0.000336 0.000336     1 345.43  0.0162 0.89895  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meanPredictAcc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0.085339 0.085339     1 365.84  4.1035 0.04352 *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0.002202 0.002202     1 321.47  0.1059 0.74508  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type:meanPredictAcc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0.038550 0.038550     1 321.47  1.8537 0.17431  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predictType:meanPredictAcc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0.001251 0.001251     1 346.60  0.0601 0.80642  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type:predictType:meanPredictAcc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0.000056 0.000056     1 321.47  0.0027 0.95866 </a:t>
            </a:r>
          </a:p>
        </p:txBody>
      </p:sp>
    </p:spTree>
    <p:extLst>
      <p:ext uri="{BB962C8B-B14F-4D97-AF65-F5344CB8AC3E}">
        <p14:creationId xmlns:p14="http://schemas.microsoft.com/office/powerpoint/2010/main" val="3933316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A9B45E-0274-2348-9E89-F4DF6C8B4E94}"/>
              </a:ext>
            </a:extLst>
          </p:cNvPr>
          <p:cNvSpPr txBox="1"/>
          <p:nvPr/>
        </p:nvSpPr>
        <p:spPr>
          <a:xfrm>
            <a:off x="1197769" y="240268"/>
            <a:ext cx="9255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 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test Score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predictor for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Task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dprime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47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D059F-8F7D-9342-963B-7AE75430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24" y="848518"/>
            <a:ext cx="6721738" cy="5160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E0243D-C926-434B-907A-87562765A7DA}"/>
              </a:ext>
            </a:extLst>
          </p:cNvPr>
          <p:cNvSpPr txBox="1"/>
          <p:nvPr/>
        </p:nvSpPr>
        <p:spPr>
          <a:xfrm>
            <a:off x="7265193" y="2042756"/>
            <a:ext cx="6100762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ype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III Analysis of Variance Table with Satterthwaite's method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Sum Sq Mean Sq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               0.06351 0.06351     1 322.32  0.2307 0.6313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0.04312 0.04312     1 367.27  0.1566 0.6925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meanPredictAcc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0.34604 0.34604     1 219.42  1.2569 0.2635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0.24144 0.24144     1 322.32  0.8770 0.3497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type:meanPredictAcc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0.07017 0.07017     1 322.32  0.2549 0.6140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predictType:meanPredictAcc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0.05908 0.05908     1 365.74  0.2146 0.6435</a:t>
            </a:r>
          </a:p>
          <a:p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type:predictType:meanPredictAcc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0.18850 0.18850     1 322.32  0.6847 0.4086</a:t>
            </a:r>
          </a:p>
        </p:txBody>
      </p:sp>
    </p:spTree>
    <p:extLst>
      <p:ext uri="{BB962C8B-B14F-4D97-AF65-F5344CB8AC3E}">
        <p14:creationId xmlns:p14="http://schemas.microsoft.com/office/powerpoint/2010/main" val="2440181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193944-DF36-4343-A62B-8DF7C2969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62" y="483633"/>
            <a:ext cx="5341938" cy="4101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0CF137-C210-A24E-8255-AA9B068B74A0}"/>
              </a:ext>
            </a:extLst>
          </p:cNvPr>
          <p:cNvSpPr txBox="1"/>
          <p:nvPr/>
        </p:nvSpPr>
        <p:spPr>
          <a:xfrm>
            <a:off x="1327629" y="114301"/>
            <a:ext cx="419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Mixed-effect Model : memory test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hit_rate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BE42C-27D5-E64E-9482-5D9E8B6E3A92}"/>
              </a:ext>
            </a:extLst>
          </p:cNvPr>
          <p:cNvSpPr txBox="1"/>
          <p:nvPr/>
        </p:nvSpPr>
        <p:spPr>
          <a:xfrm>
            <a:off x="900113" y="4954515"/>
            <a:ext cx="477355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III Analysis of Variance Table with Satterthwaite's method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Sum Sq  Mean Sq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NumDF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value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(&gt;F)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            0.034928 0.034928     1   138  2.1578 0.1441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0.004675 0.004675     1   138  0.2888 0.5918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type:predictType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0.000083 0.000083     1   138  0.0051 0.9430</a:t>
            </a:r>
          </a:p>
        </p:txBody>
      </p:sp>
    </p:spTree>
    <p:extLst>
      <p:ext uri="{BB962C8B-B14F-4D97-AF65-F5344CB8AC3E}">
        <p14:creationId xmlns:p14="http://schemas.microsoft.com/office/powerpoint/2010/main" val="226995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0783-D9BE-4940-994E-1BCA42DAE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1349-5FD4-084C-B21F-D0D3E5117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15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1385</Words>
  <Application>Microsoft Macintosh PowerPoint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Regression analysis : semantic similarity level as a predictor for the Cover Task Acc. n = 47 </vt:lpstr>
      <vt:lpstr>Regression analysis : semantic similarity level as a predictor for the Cover Task RT. n = 47 </vt:lpstr>
      <vt:lpstr>Regression analysis : semantic similarity level as a predictor for the Memory Task Hit_Rate. n = 47 </vt:lpstr>
      <vt:lpstr>Regression analysis : semantic similarity level as a predictor for the Memory Task Fa_Rate &amp; dprime. n = 47 </vt:lpstr>
      <vt:lpstr>Regression analysis : semantic similarity level as a predictor for the Order Task. n = 47 </vt:lpstr>
      <vt:lpstr>Regression analysis : semantic similarity level as a predictor for the SLP. n = 47 </vt:lpstr>
      <vt:lpstr>Regression analysis : SLP as a predictor for the Memory Task Hit_rate. n = 47 </vt:lpstr>
      <vt:lpstr>Regression analysis : SLP as a predictor for the Memory Task Fa_rate. n = 47 </vt:lpstr>
      <vt:lpstr>Regression analysis : SLP as a predictor for the Memory Task dprime. n = 47 </vt:lpstr>
      <vt:lpstr>Regression analysis : SLP as a predictor for the Order Task. n = 47 </vt:lpstr>
      <vt:lpstr>Regression analysis : Order test Score as a predictor for the Memory Task Hit_rate. n = 47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Chen, Lei</dc:creator>
  <cp:lastModifiedBy>Chen, Lei</cp:lastModifiedBy>
  <cp:revision>2</cp:revision>
  <dcterms:created xsi:type="dcterms:W3CDTF">2022-04-07T14:55:41Z</dcterms:created>
  <dcterms:modified xsi:type="dcterms:W3CDTF">2022-04-07T18:25:29Z</dcterms:modified>
</cp:coreProperties>
</file>